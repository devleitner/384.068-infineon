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microsoft.com/office/2020/02/relationships/classificationlabels" Target="docMetadata/LabelInfo.xml"/><Relationship Id="rId8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loop="1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eg"/><Relationship Id="rId4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sentation title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3" name="Fixed Page Placeholder"/>
          <p:cNvSpPr/>
          <p:nvPr/>
        </p:nvSpPr>
        <p:spPr>
          <a:xfrm>
            <a:off x="11471400" y="6489360"/>
            <a:ext cx="38376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576000">
              <a:lnSpc>
                <a:spcPct val="100000"/>
              </a:lnSpc>
              <a:tabLst>
                <a:tab algn="l" pos="0"/>
              </a:tabLst>
            </a:pPr>
            <a:fld id="{5BF6E0CE-4D43-49F4-B837-458A6B4746D4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LOGO PROTECTION" hidden="1"/>
          <p:cNvSpPr/>
          <p:nvPr/>
        </p:nvSpPr>
        <p:spPr>
          <a:xfrm>
            <a:off x="9624240" y="5337360"/>
            <a:ext cx="2060280" cy="111564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6" name="Background White"/>
          <p:cNvSpPr/>
          <p:nvPr/>
        </p:nvSpPr>
        <p:spPr>
          <a:xfrm>
            <a:off x="0" y="0"/>
            <a:ext cx="12192840" cy="685764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6120" rIns="96120" tIns="96120" bIns="96120" anchor="ctr">
            <a:noAutofit/>
          </a:bodyPr>
          <a:p>
            <a:pPr algn="ctr">
              <a:lnSpc>
                <a:spcPct val="100000"/>
              </a:lnSpc>
            </a:pPr>
            <a:endParaRPr lang="en-US" sz="213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374364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lIns="90000" rIns="90000" tIns="1296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icon to add picture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623880" y="4163040"/>
            <a:ext cx="8279640" cy="111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defTabSz="5760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Please type in title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empower_classification_attention_placeholder" hidden="1"/>
          <p:cNvSpPr/>
          <p:nvPr/>
        </p:nvSpPr>
        <p:spPr>
          <a:xfrm>
            <a:off x="5411880" y="6500160"/>
            <a:ext cx="1368000" cy="288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empower_classification_placeholder"/>
          <p:cNvSpPr/>
          <p:nvPr/>
        </p:nvSpPr>
        <p:spPr>
          <a:xfrm>
            <a:off x="5411880" y="6500160"/>
            <a:ext cx="1367640" cy="288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empower_document_placeholder" hidden="1"/>
          <p:cNvSpPr/>
          <p:nvPr/>
        </p:nvSpPr>
        <p:spPr>
          <a:xfrm>
            <a:off x="623880" y="6500160"/>
            <a:ext cx="3239640" cy="288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empower_draft_placeholder" hidden="1"/>
          <p:cNvSpPr/>
          <p:nvPr/>
        </p:nvSpPr>
        <p:spPr>
          <a:xfrm>
            <a:off x="4349880" y="6501240"/>
            <a:ext cx="575640" cy="287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MIO_AGENDA_IGNORE_NAVIGATION" hidden="1"/>
          <p:cNvSpPr/>
          <p:nvPr/>
        </p:nvSpPr>
        <p:spPr>
          <a:xfrm>
            <a:off x="11833200" y="116640"/>
            <a:ext cx="215640" cy="21564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4" name="MIO_AGENDA_IGNORE_CHAPTER_REFERENCE" hidden="1"/>
          <p:cNvSpPr/>
          <p:nvPr/>
        </p:nvSpPr>
        <p:spPr>
          <a:xfrm>
            <a:off x="11833200" y="116640"/>
            <a:ext cx="215640" cy="21564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1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2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3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360" bIns="360" anchor="ctr">
            <a:noAutofit/>
          </a:bodyPr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  <p:pic>
        <p:nvPicPr>
          <p:cNvPr id="19" name="LOGO"/>
          <p:cNvPicPr/>
          <p:nvPr/>
        </p:nvPicPr>
        <p:blipFill>
          <a:blip r:embed="rId4"/>
          <a:stretch/>
        </p:blipFill>
        <p:spPr>
          <a:xfrm>
            <a:off x="9738360" y="5453280"/>
            <a:ext cx="1829880" cy="7999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Row | 2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1" name="Fixed Page Placeholder"/>
          <p:cNvSpPr/>
          <p:nvPr/>
        </p:nvSpPr>
        <p:spPr>
          <a:xfrm>
            <a:off x="11471400" y="6489360"/>
            <a:ext cx="38376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576000">
              <a:lnSpc>
                <a:spcPct val="100000"/>
              </a:lnSpc>
              <a:tabLst>
                <a:tab algn="l" pos="0"/>
              </a:tabLst>
            </a:pPr>
            <a:fld id="{8D66DECD-2BB6-41D2-B2DD-8551F97B8D46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empower_additionalText_placeholder" hidden="1"/>
          <p:cNvSpPr/>
          <p:nvPr/>
        </p:nvSpPr>
        <p:spPr>
          <a:xfrm>
            <a:off x="2531880" y="6489360"/>
            <a:ext cx="1727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4" name="empower_document_placeholder" hidden="1"/>
          <p:cNvSpPr/>
          <p:nvPr/>
        </p:nvSpPr>
        <p:spPr>
          <a:xfrm rot="16200000">
            <a:off x="10757880" y="4960440"/>
            <a:ext cx="2591640" cy="250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empower_proprietary_placeholder" hidden="1"/>
          <p:cNvSpPr/>
          <p:nvPr/>
        </p:nvSpPr>
        <p:spPr>
          <a:xfrm>
            <a:off x="9444600" y="6489360"/>
            <a:ext cx="971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empower_draft_placeholder" hidden="1"/>
          <p:cNvSpPr/>
          <p:nvPr/>
        </p:nvSpPr>
        <p:spPr>
          <a:xfrm>
            <a:off x="8761320" y="6489360"/>
            <a:ext cx="36000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empower_footer_placeholder"/>
          <p:cNvSpPr/>
          <p:nvPr/>
        </p:nvSpPr>
        <p:spPr>
          <a:xfrm>
            <a:off x="4547880" y="6489360"/>
            <a:ext cx="309600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empower_classification_attention_placeholder" hidden="1"/>
          <p:cNvSpPr/>
          <p:nvPr/>
        </p:nvSpPr>
        <p:spPr>
          <a:xfrm>
            <a:off x="1238040" y="6489360"/>
            <a:ext cx="971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empower_classification_placeholder"/>
          <p:cNvSpPr/>
          <p:nvPr/>
        </p:nvSpPr>
        <p:spPr>
          <a:xfrm>
            <a:off x="1238040" y="6489360"/>
            <a:ext cx="97272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empower_date_placeholder"/>
          <p:cNvSpPr/>
          <p:nvPr/>
        </p:nvSpPr>
        <p:spPr>
          <a:xfrm>
            <a:off x="334800" y="6489360"/>
            <a:ext cx="611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body"/>
          </p:nvPr>
        </p:nvSpPr>
        <p:spPr>
          <a:xfrm>
            <a:off x="334800" y="1268280"/>
            <a:ext cx="11519640" cy="23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34800" y="3860640"/>
            <a:ext cx="5687640" cy="252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166800" y="3860640"/>
            <a:ext cx="5687640" cy="252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72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10800" anchor="b">
            <a:noAutofit/>
          </a:bodyPr>
          <a:p>
            <a:pPr indent="0" defTabSz="576000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LOGO PROTECTION" hidden="1"/>
          <p:cNvSpPr/>
          <p:nvPr/>
        </p:nvSpPr>
        <p:spPr>
          <a:xfrm>
            <a:off x="10131120" y="0"/>
            <a:ext cx="2060280" cy="83628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dt" idx="4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ftr" idx="5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sldNum" idx="6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360" bIns="360" anchor="ctr">
            <a:noAutofit/>
          </a:bodyPr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OverObj" preserve="1">
  <p:cSld name="Row | 2 columns | row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41" name="Fixed Page Placeholder"/>
          <p:cNvSpPr/>
          <p:nvPr/>
        </p:nvSpPr>
        <p:spPr>
          <a:xfrm>
            <a:off x="11471400" y="6489360"/>
            <a:ext cx="38376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576000">
              <a:lnSpc>
                <a:spcPct val="100000"/>
              </a:lnSpc>
              <a:tabLst>
                <a:tab algn="l" pos="0"/>
              </a:tabLst>
            </a:pPr>
            <a:fld id="{1D28530F-2098-4FDD-AB2E-4EE3D98E2C8D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empower_additionalText_placeholder" hidden="1"/>
          <p:cNvSpPr/>
          <p:nvPr/>
        </p:nvSpPr>
        <p:spPr>
          <a:xfrm>
            <a:off x="2531880" y="6489360"/>
            <a:ext cx="1727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44" name="empower_document_placeholder" hidden="1"/>
          <p:cNvSpPr/>
          <p:nvPr/>
        </p:nvSpPr>
        <p:spPr>
          <a:xfrm rot="16200000">
            <a:off x="10757880" y="4960440"/>
            <a:ext cx="2591640" cy="250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empower_proprietary_placeholder" hidden="1"/>
          <p:cNvSpPr/>
          <p:nvPr/>
        </p:nvSpPr>
        <p:spPr>
          <a:xfrm>
            <a:off x="9444600" y="6489360"/>
            <a:ext cx="971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empower_draft_placeholder" hidden="1"/>
          <p:cNvSpPr/>
          <p:nvPr/>
        </p:nvSpPr>
        <p:spPr>
          <a:xfrm>
            <a:off x="8761320" y="6489360"/>
            <a:ext cx="36000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empower_footer_placeholder"/>
          <p:cNvSpPr/>
          <p:nvPr/>
        </p:nvSpPr>
        <p:spPr>
          <a:xfrm>
            <a:off x="4547880" y="6489360"/>
            <a:ext cx="309600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empower_classification_attention_placeholder" hidden="1"/>
          <p:cNvSpPr/>
          <p:nvPr/>
        </p:nvSpPr>
        <p:spPr>
          <a:xfrm>
            <a:off x="1238040" y="6489360"/>
            <a:ext cx="971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empower_classification_placeholder"/>
          <p:cNvSpPr/>
          <p:nvPr/>
        </p:nvSpPr>
        <p:spPr>
          <a:xfrm>
            <a:off x="1238040" y="6489360"/>
            <a:ext cx="97272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empower_date_placeholder"/>
          <p:cNvSpPr/>
          <p:nvPr/>
        </p:nvSpPr>
        <p:spPr>
          <a:xfrm>
            <a:off x="334800" y="6489360"/>
            <a:ext cx="611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body"/>
          </p:nvPr>
        </p:nvSpPr>
        <p:spPr>
          <a:xfrm>
            <a:off x="334440" y="1268280"/>
            <a:ext cx="11521080" cy="12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34800" y="2781000"/>
            <a:ext cx="5687640" cy="19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167520" y="2781000"/>
            <a:ext cx="5687640" cy="19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334440" y="5085360"/>
            <a:ext cx="11521080" cy="129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72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10800" anchor="b">
            <a:noAutofit/>
          </a:bodyPr>
          <a:p>
            <a:pPr indent="0" defTabSz="576000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LOGO PROTECTION" hidden="1"/>
          <p:cNvSpPr/>
          <p:nvPr/>
        </p:nvSpPr>
        <p:spPr>
          <a:xfrm>
            <a:off x="10131120" y="0"/>
            <a:ext cx="2060280" cy="83628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7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8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9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360" bIns="360" anchor="ctr">
            <a:noAutofit/>
          </a:bodyPr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3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62" name="Fixed Page Placeholder"/>
          <p:cNvSpPr/>
          <p:nvPr/>
        </p:nvSpPr>
        <p:spPr>
          <a:xfrm>
            <a:off x="11471400" y="6489360"/>
            <a:ext cx="38376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576000">
              <a:lnSpc>
                <a:spcPct val="100000"/>
              </a:lnSpc>
              <a:tabLst>
                <a:tab algn="l" pos="0"/>
              </a:tabLst>
            </a:pPr>
            <a:fld id="{D80B530E-6003-4813-9303-75118EF36B37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empower_additionalText_placeholder" hidden="1"/>
          <p:cNvSpPr/>
          <p:nvPr/>
        </p:nvSpPr>
        <p:spPr>
          <a:xfrm>
            <a:off x="2531880" y="6489720"/>
            <a:ext cx="1727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65" name="empower_document_placeholder" hidden="1"/>
          <p:cNvSpPr/>
          <p:nvPr/>
        </p:nvSpPr>
        <p:spPr>
          <a:xfrm rot="16200000">
            <a:off x="10757880" y="4960440"/>
            <a:ext cx="2591640" cy="250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empower_proprietary_placeholder" hidden="1"/>
          <p:cNvSpPr/>
          <p:nvPr/>
        </p:nvSpPr>
        <p:spPr>
          <a:xfrm>
            <a:off x="9444600" y="6489720"/>
            <a:ext cx="971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empower_draft_placeholder" hidden="1"/>
          <p:cNvSpPr/>
          <p:nvPr/>
        </p:nvSpPr>
        <p:spPr>
          <a:xfrm>
            <a:off x="8761320" y="6489720"/>
            <a:ext cx="36000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empower_footer_placeholder"/>
          <p:cNvSpPr/>
          <p:nvPr/>
        </p:nvSpPr>
        <p:spPr>
          <a:xfrm>
            <a:off x="4547880" y="6489720"/>
            <a:ext cx="309600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empower_classification_attention_placeholder" hidden="1"/>
          <p:cNvSpPr/>
          <p:nvPr/>
        </p:nvSpPr>
        <p:spPr>
          <a:xfrm>
            <a:off x="1238040" y="6489720"/>
            <a:ext cx="971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empower_classification_placeholder"/>
          <p:cNvSpPr/>
          <p:nvPr/>
        </p:nvSpPr>
        <p:spPr>
          <a:xfrm>
            <a:off x="1238040" y="6489720"/>
            <a:ext cx="97272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empower_date_placeholder"/>
          <p:cNvSpPr/>
          <p:nvPr/>
        </p:nvSpPr>
        <p:spPr>
          <a:xfrm>
            <a:off x="334800" y="6489720"/>
            <a:ext cx="611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body"/>
          </p:nvPr>
        </p:nvSpPr>
        <p:spPr>
          <a:xfrm>
            <a:off x="334800" y="1268280"/>
            <a:ext cx="3744000" cy="511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262400" y="1268280"/>
            <a:ext cx="3671640" cy="511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8113320" y="1268280"/>
            <a:ext cx="3744000" cy="511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72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10800" anchor="b">
            <a:noAutofit/>
          </a:bodyPr>
          <a:p>
            <a:pPr indent="0" defTabSz="576000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LOGO PROTECTION" hidden="1"/>
          <p:cNvSpPr/>
          <p:nvPr/>
        </p:nvSpPr>
        <p:spPr>
          <a:xfrm>
            <a:off x="10131120" y="0"/>
            <a:ext cx="2060280" cy="83628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dt" idx="10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ftr" idx="11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 type="sldNum" idx="12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360" bIns="360" anchor="ctr">
            <a:noAutofit/>
          </a:bodyPr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Row | 3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82" name="Fixed Page Placeholder"/>
          <p:cNvSpPr/>
          <p:nvPr/>
        </p:nvSpPr>
        <p:spPr>
          <a:xfrm>
            <a:off x="11471400" y="6489360"/>
            <a:ext cx="38376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576000">
              <a:lnSpc>
                <a:spcPct val="100000"/>
              </a:lnSpc>
              <a:tabLst>
                <a:tab algn="l" pos="0"/>
              </a:tabLst>
            </a:pPr>
            <a:fld id="{F273D3EC-2DD7-44A5-9848-C8A449BE4726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empower_additionalText_placeholder" hidden="1"/>
          <p:cNvSpPr/>
          <p:nvPr/>
        </p:nvSpPr>
        <p:spPr>
          <a:xfrm>
            <a:off x="2531880" y="6489360"/>
            <a:ext cx="1727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85" name="empower_document_placeholder" hidden="1"/>
          <p:cNvSpPr/>
          <p:nvPr/>
        </p:nvSpPr>
        <p:spPr>
          <a:xfrm rot="16200000">
            <a:off x="10757880" y="4960440"/>
            <a:ext cx="2591640" cy="250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empower_proprietary_placeholder" hidden="1"/>
          <p:cNvSpPr/>
          <p:nvPr/>
        </p:nvSpPr>
        <p:spPr>
          <a:xfrm>
            <a:off x="9444600" y="6489360"/>
            <a:ext cx="971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empower_draft_placeholder" hidden="1"/>
          <p:cNvSpPr/>
          <p:nvPr/>
        </p:nvSpPr>
        <p:spPr>
          <a:xfrm>
            <a:off x="8761320" y="6489360"/>
            <a:ext cx="36000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empower_footer_placeholder"/>
          <p:cNvSpPr/>
          <p:nvPr/>
        </p:nvSpPr>
        <p:spPr>
          <a:xfrm>
            <a:off x="4547880" y="6489360"/>
            <a:ext cx="309600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empower_classification_attention_placeholder" hidden="1"/>
          <p:cNvSpPr/>
          <p:nvPr/>
        </p:nvSpPr>
        <p:spPr>
          <a:xfrm>
            <a:off x="1238040" y="6489360"/>
            <a:ext cx="971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empower_classification_placeholder"/>
          <p:cNvSpPr/>
          <p:nvPr/>
        </p:nvSpPr>
        <p:spPr>
          <a:xfrm>
            <a:off x="1238040" y="6489360"/>
            <a:ext cx="97272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empower_date_placeholder"/>
          <p:cNvSpPr/>
          <p:nvPr/>
        </p:nvSpPr>
        <p:spPr>
          <a:xfrm>
            <a:off x="334800" y="6489360"/>
            <a:ext cx="611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body"/>
          </p:nvPr>
        </p:nvSpPr>
        <p:spPr>
          <a:xfrm>
            <a:off x="334800" y="1268280"/>
            <a:ext cx="11521080" cy="13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334800" y="2781360"/>
            <a:ext cx="374364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259160" y="2781360"/>
            <a:ext cx="367308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8113320" y="2781360"/>
            <a:ext cx="3744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72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10800" anchor="b">
            <a:noAutofit/>
          </a:bodyPr>
          <a:p>
            <a:pPr indent="0" defTabSz="576000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" name="LOGO PROTECTION" hidden="1"/>
          <p:cNvSpPr/>
          <p:nvPr/>
        </p:nvSpPr>
        <p:spPr>
          <a:xfrm>
            <a:off x="10131120" y="0"/>
            <a:ext cx="2060280" cy="83628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dt" idx="13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7"/>
          <p:cNvSpPr>
            <a:spLocks noGrp="1"/>
          </p:cNvSpPr>
          <p:nvPr>
            <p:ph type="ftr" idx="14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8"/>
          <p:cNvSpPr>
            <a:spLocks noGrp="1"/>
          </p:cNvSpPr>
          <p:nvPr>
            <p:ph type="sldNum" idx="15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360" bIns="360" anchor="ctr">
            <a:noAutofit/>
          </a:bodyPr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Media" preserve="1">
  <p:cSld name="4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03" name="Fixed Page Placeholder"/>
          <p:cNvSpPr/>
          <p:nvPr/>
        </p:nvSpPr>
        <p:spPr>
          <a:xfrm>
            <a:off x="11471400" y="6489360"/>
            <a:ext cx="38376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576000">
              <a:lnSpc>
                <a:spcPct val="100000"/>
              </a:lnSpc>
              <a:tabLst>
                <a:tab algn="l" pos="0"/>
              </a:tabLst>
            </a:pPr>
            <a:fld id="{E85371F7-472D-425D-A39B-29773CA4AC4B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empower_additionalText_placeholder" hidden="1"/>
          <p:cNvSpPr/>
          <p:nvPr/>
        </p:nvSpPr>
        <p:spPr>
          <a:xfrm>
            <a:off x="2531880" y="6489360"/>
            <a:ext cx="1727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06" name="empower_document_placeholder" hidden="1"/>
          <p:cNvSpPr/>
          <p:nvPr/>
        </p:nvSpPr>
        <p:spPr>
          <a:xfrm rot="16200000">
            <a:off x="10757880" y="4960440"/>
            <a:ext cx="2591640" cy="250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empower_proprietary_placeholder" hidden="1"/>
          <p:cNvSpPr/>
          <p:nvPr/>
        </p:nvSpPr>
        <p:spPr>
          <a:xfrm>
            <a:off x="9444600" y="6489360"/>
            <a:ext cx="971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empower_draft_placeholder" hidden="1"/>
          <p:cNvSpPr/>
          <p:nvPr/>
        </p:nvSpPr>
        <p:spPr>
          <a:xfrm>
            <a:off x="8761320" y="6489360"/>
            <a:ext cx="36000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empower_footer_placeholder"/>
          <p:cNvSpPr/>
          <p:nvPr/>
        </p:nvSpPr>
        <p:spPr>
          <a:xfrm>
            <a:off x="4547880" y="6489360"/>
            <a:ext cx="309600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empower_classification_attention_placeholder" hidden="1"/>
          <p:cNvSpPr/>
          <p:nvPr/>
        </p:nvSpPr>
        <p:spPr>
          <a:xfrm>
            <a:off x="1238040" y="6489360"/>
            <a:ext cx="971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empower_classification_placeholder"/>
          <p:cNvSpPr/>
          <p:nvPr/>
        </p:nvSpPr>
        <p:spPr>
          <a:xfrm>
            <a:off x="1238040" y="6489360"/>
            <a:ext cx="97272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empower_date_placeholder"/>
          <p:cNvSpPr/>
          <p:nvPr/>
        </p:nvSpPr>
        <p:spPr>
          <a:xfrm>
            <a:off x="334800" y="6489360"/>
            <a:ext cx="611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body"/>
          </p:nvPr>
        </p:nvSpPr>
        <p:spPr>
          <a:xfrm>
            <a:off x="334800" y="1268280"/>
            <a:ext cx="2807640" cy="511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3324240" y="1268280"/>
            <a:ext cx="2663640" cy="511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6203880" y="1268280"/>
            <a:ext cx="2663640" cy="511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9048600" y="1268280"/>
            <a:ext cx="2807280" cy="511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72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10800" anchor="b">
            <a:noAutofit/>
          </a:bodyPr>
          <a:p>
            <a:pPr indent="0" defTabSz="576000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LOGO PROTECTION" hidden="1"/>
          <p:cNvSpPr/>
          <p:nvPr/>
        </p:nvSpPr>
        <p:spPr>
          <a:xfrm>
            <a:off x="10131120" y="0"/>
            <a:ext cx="2060280" cy="83628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 type="dt" idx="16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7"/>
          <p:cNvSpPr>
            <a:spLocks noGrp="1"/>
          </p:cNvSpPr>
          <p:nvPr>
            <p:ph type="ftr" idx="17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8"/>
          <p:cNvSpPr>
            <a:spLocks noGrp="1"/>
          </p:cNvSpPr>
          <p:nvPr>
            <p:ph type="sldNum" idx="18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360" bIns="360" anchor="ctr">
            <a:noAutofit/>
          </a:bodyPr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Row | 4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24" name="Fixed Page Placeholder"/>
          <p:cNvSpPr/>
          <p:nvPr/>
        </p:nvSpPr>
        <p:spPr>
          <a:xfrm>
            <a:off x="11471400" y="6489360"/>
            <a:ext cx="38376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576000">
              <a:lnSpc>
                <a:spcPct val="100000"/>
              </a:lnSpc>
              <a:tabLst>
                <a:tab algn="l" pos="0"/>
              </a:tabLst>
            </a:pPr>
            <a:fld id="{031A2B22-0D78-4981-B3DA-8C4C068E1D1B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empower_additionalText_placeholder" hidden="1"/>
          <p:cNvSpPr/>
          <p:nvPr/>
        </p:nvSpPr>
        <p:spPr>
          <a:xfrm>
            <a:off x="2531880" y="6489720"/>
            <a:ext cx="1727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27" name="empower_document_placeholder" hidden="1"/>
          <p:cNvSpPr/>
          <p:nvPr/>
        </p:nvSpPr>
        <p:spPr>
          <a:xfrm rot="16200000">
            <a:off x="10757880" y="4960440"/>
            <a:ext cx="2591640" cy="250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empower_proprietary_placeholder" hidden="1"/>
          <p:cNvSpPr/>
          <p:nvPr/>
        </p:nvSpPr>
        <p:spPr>
          <a:xfrm>
            <a:off x="9444600" y="6489720"/>
            <a:ext cx="971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empower_draft_placeholder" hidden="1"/>
          <p:cNvSpPr/>
          <p:nvPr/>
        </p:nvSpPr>
        <p:spPr>
          <a:xfrm>
            <a:off x="8761320" y="6489720"/>
            <a:ext cx="36000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empower_footer_placeholder"/>
          <p:cNvSpPr/>
          <p:nvPr/>
        </p:nvSpPr>
        <p:spPr>
          <a:xfrm>
            <a:off x="4547880" y="6489720"/>
            <a:ext cx="309600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empower_classification_attention_placeholder" hidden="1"/>
          <p:cNvSpPr/>
          <p:nvPr/>
        </p:nvSpPr>
        <p:spPr>
          <a:xfrm>
            <a:off x="1238040" y="6489720"/>
            <a:ext cx="971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empower_classification_placeholder"/>
          <p:cNvSpPr/>
          <p:nvPr/>
        </p:nvSpPr>
        <p:spPr>
          <a:xfrm>
            <a:off x="1238040" y="6489720"/>
            <a:ext cx="97272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empower_date_placeholder"/>
          <p:cNvSpPr/>
          <p:nvPr/>
        </p:nvSpPr>
        <p:spPr>
          <a:xfrm>
            <a:off x="334800" y="6489720"/>
            <a:ext cx="611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body"/>
          </p:nvPr>
        </p:nvSpPr>
        <p:spPr>
          <a:xfrm>
            <a:off x="334800" y="1268280"/>
            <a:ext cx="11521080" cy="13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334800" y="2781360"/>
            <a:ext cx="280764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3324240" y="2781360"/>
            <a:ext cx="266364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body"/>
          </p:nvPr>
        </p:nvSpPr>
        <p:spPr>
          <a:xfrm>
            <a:off x="6203880" y="2781360"/>
            <a:ext cx="266364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body"/>
          </p:nvPr>
        </p:nvSpPr>
        <p:spPr>
          <a:xfrm>
            <a:off x="9048600" y="2781360"/>
            <a:ext cx="280728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6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72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10800" anchor="b">
            <a:noAutofit/>
          </a:bodyPr>
          <a:p>
            <a:pPr indent="0" defTabSz="576000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" name="LOGO PROTECTION" hidden="1"/>
          <p:cNvSpPr/>
          <p:nvPr/>
        </p:nvSpPr>
        <p:spPr>
          <a:xfrm>
            <a:off x="10131120" y="0"/>
            <a:ext cx="2060280" cy="83628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41" name="PlaceHolder 7"/>
          <p:cNvSpPr>
            <a:spLocks noGrp="1"/>
          </p:cNvSpPr>
          <p:nvPr>
            <p:ph type="dt" idx="19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8"/>
          <p:cNvSpPr>
            <a:spLocks noGrp="1"/>
          </p:cNvSpPr>
          <p:nvPr>
            <p:ph type="ftr" idx="20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9"/>
          <p:cNvSpPr>
            <a:spLocks noGrp="1"/>
          </p:cNvSpPr>
          <p:nvPr>
            <p:ph type="sldNum" idx="21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360" bIns="360" anchor="ctr">
            <a:noAutofit/>
          </a:bodyPr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pt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46" name="Fixed Page Placeholder"/>
          <p:cNvSpPr/>
          <p:nvPr/>
        </p:nvSpPr>
        <p:spPr>
          <a:xfrm>
            <a:off x="11471400" y="6489360"/>
            <a:ext cx="38376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576000">
              <a:lnSpc>
                <a:spcPct val="100000"/>
              </a:lnSpc>
              <a:tabLst>
                <a:tab algn="l" pos="0"/>
              </a:tabLst>
            </a:pPr>
            <a:fld id="{CBC7DFB3-0789-4F86-8C4F-2984DB87E4B1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empower_additionalText_placeholder" hidden="1"/>
          <p:cNvSpPr/>
          <p:nvPr/>
        </p:nvSpPr>
        <p:spPr>
          <a:xfrm>
            <a:off x="2531880" y="6489720"/>
            <a:ext cx="1727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49" name="empower_document_placeholder" hidden="1"/>
          <p:cNvSpPr/>
          <p:nvPr/>
        </p:nvSpPr>
        <p:spPr>
          <a:xfrm rot="16200000">
            <a:off x="10757880" y="4960440"/>
            <a:ext cx="2591640" cy="250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empower_proprietary_placeholder" hidden="1"/>
          <p:cNvSpPr/>
          <p:nvPr/>
        </p:nvSpPr>
        <p:spPr>
          <a:xfrm>
            <a:off x="9444600" y="6489720"/>
            <a:ext cx="971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empower_draft_placeholder" hidden="1"/>
          <p:cNvSpPr/>
          <p:nvPr/>
        </p:nvSpPr>
        <p:spPr>
          <a:xfrm>
            <a:off x="8761320" y="6489720"/>
            <a:ext cx="36000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empower_footer_placeholder"/>
          <p:cNvSpPr/>
          <p:nvPr/>
        </p:nvSpPr>
        <p:spPr>
          <a:xfrm>
            <a:off x="4547880" y="6489720"/>
            <a:ext cx="309600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empower_classification_attention_placeholder" hidden="1"/>
          <p:cNvSpPr/>
          <p:nvPr/>
        </p:nvSpPr>
        <p:spPr>
          <a:xfrm>
            <a:off x="1238040" y="6489720"/>
            <a:ext cx="971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empower_classification_placeholder"/>
          <p:cNvSpPr/>
          <p:nvPr/>
        </p:nvSpPr>
        <p:spPr>
          <a:xfrm>
            <a:off x="1238040" y="6489720"/>
            <a:ext cx="97272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empower_date_placeholder"/>
          <p:cNvSpPr/>
          <p:nvPr/>
        </p:nvSpPr>
        <p:spPr>
          <a:xfrm>
            <a:off x="334800" y="6489720"/>
            <a:ext cx="611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dt" idx="22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ftr" idx="23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24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360" bIns="360" anchor="ctr">
            <a:noAutofit/>
          </a:bodyPr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ullpic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61" name="Fixed Page Placeholder"/>
          <p:cNvSpPr/>
          <p:nvPr/>
        </p:nvSpPr>
        <p:spPr>
          <a:xfrm>
            <a:off x="11471400" y="6489360"/>
            <a:ext cx="38376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576000">
              <a:lnSpc>
                <a:spcPct val="100000"/>
              </a:lnSpc>
              <a:tabLst>
                <a:tab algn="l" pos="0"/>
              </a:tabLst>
            </a:pPr>
            <a:fld id="{284039CF-F266-4C47-9994-FF4AC7F10F0C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&lt;number&gt;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dcd5d7"/>
          </a:solidFill>
          <a:ln w="0">
            <a:noFill/>
          </a:ln>
        </p:spPr>
        <p:txBody>
          <a:bodyPr lIns="90000" rIns="90000" tIns="2880000" bIns="4500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icon to add picture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4" name="MIO_AGENDA_IGNORE_NAVIGATION" hidden="1"/>
          <p:cNvSpPr/>
          <p:nvPr/>
        </p:nvSpPr>
        <p:spPr>
          <a:xfrm>
            <a:off x="11833200" y="116640"/>
            <a:ext cx="215640" cy="21564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65" name="MIO_AGENDA_IGNORE_CHAPTER_REFERENCE" hidden="1"/>
          <p:cNvSpPr/>
          <p:nvPr/>
        </p:nvSpPr>
        <p:spPr>
          <a:xfrm>
            <a:off x="11833200" y="116640"/>
            <a:ext cx="215640" cy="21564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dt" idx="25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ftr" idx="26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sldNum" idx="27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360" bIns="360" anchor="ctr">
            <a:noAutofit/>
          </a:bodyPr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Final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71" name="Fixed Page Placeholder"/>
          <p:cNvSpPr/>
          <p:nvPr/>
        </p:nvSpPr>
        <p:spPr>
          <a:xfrm>
            <a:off x="11471400" y="6489360"/>
            <a:ext cx="38376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576000">
              <a:lnSpc>
                <a:spcPct val="100000"/>
              </a:lnSpc>
              <a:tabLst>
                <a:tab algn="l" pos="0"/>
              </a:tabLst>
            </a:pPr>
            <a:fld id="{7A63660E-2EC9-4D71-8DBE-2279713F2428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Background White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74" name="LOGO PROTECTION" hidden="1"/>
          <p:cNvSpPr/>
          <p:nvPr/>
        </p:nvSpPr>
        <p:spPr>
          <a:xfrm>
            <a:off x="2927520" y="1920600"/>
            <a:ext cx="6336360" cy="308808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75" name="MIO_AGENDA_LAST_SLIDE" hidden="1"/>
          <p:cNvSpPr/>
          <p:nvPr/>
        </p:nvSpPr>
        <p:spPr>
          <a:xfrm>
            <a:off x="11833200" y="116640"/>
            <a:ext cx="215640" cy="21564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76" name="MIO_AGENDA_IGNORE_NAVIGATION" hidden="1"/>
          <p:cNvSpPr/>
          <p:nvPr/>
        </p:nvSpPr>
        <p:spPr>
          <a:xfrm>
            <a:off x="11833200" y="116640"/>
            <a:ext cx="215640" cy="21564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77" name="MIO_AGENDA_IGNORE_CHAPTER_REFERENCE" hidden="1"/>
          <p:cNvSpPr/>
          <p:nvPr/>
        </p:nvSpPr>
        <p:spPr>
          <a:xfrm>
            <a:off x="11833200" y="116640"/>
            <a:ext cx="215640" cy="21564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dt" idx="28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ftr" idx="29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30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360" bIns="360" anchor="ctr">
            <a:noAutofit/>
          </a:bodyPr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  <p:pic>
        <p:nvPicPr>
          <p:cNvPr id="182" name="LOGO"/>
          <p:cNvPicPr/>
          <p:nvPr/>
        </p:nvPicPr>
        <p:blipFill>
          <a:blip r:embed="rId3"/>
          <a:stretch/>
        </p:blipFill>
        <p:spPr>
          <a:xfrm>
            <a:off x="4566600" y="2756160"/>
            <a:ext cx="3077280" cy="13456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sentation title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84" name="Fixed Page Placeholder"/>
          <p:cNvSpPr/>
          <p:nvPr/>
        </p:nvSpPr>
        <p:spPr>
          <a:xfrm>
            <a:off x="11471400" y="6489360"/>
            <a:ext cx="38376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576000">
              <a:lnSpc>
                <a:spcPct val="100000"/>
              </a:lnSpc>
              <a:tabLst>
                <a:tab algn="l" pos="0"/>
              </a:tabLst>
            </a:pPr>
            <a:fld id="{0D19FD5D-16A3-4631-94B6-4D48794A2D3D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LOGO PROTECTION" hidden="1"/>
          <p:cNvSpPr/>
          <p:nvPr/>
        </p:nvSpPr>
        <p:spPr>
          <a:xfrm>
            <a:off x="9624240" y="5337360"/>
            <a:ext cx="2060280" cy="111564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87" name="Background White"/>
          <p:cNvSpPr/>
          <p:nvPr/>
        </p:nvSpPr>
        <p:spPr>
          <a:xfrm>
            <a:off x="0" y="0"/>
            <a:ext cx="12192840" cy="685764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6120" rIns="96120" tIns="96120" bIns="96120" anchor="ctr">
            <a:noAutofit/>
          </a:bodyPr>
          <a:p>
            <a:pPr algn="ctr">
              <a:lnSpc>
                <a:spcPct val="100000"/>
              </a:lnSpc>
            </a:pPr>
            <a:endParaRPr lang="en-US" sz="213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5204880" cy="685764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lIns="90000" rIns="90000" tIns="2700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icon to add picture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title"/>
          </p:nvPr>
        </p:nvSpPr>
        <p:spPr>
          <a:xfrm>
            <a:off x="5808600" y="1757160"/>
            <a:ext cx="5759640" cy="16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defTabSz="5760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Please type in title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0" name="empower_classification_attention_placeholder" hidden="1"/>
          <p:cNvSpPr/>
          <p:nvPr/>
        </p:nvSpPr>
        <p:spPr>
          <a:xfrm>
            <a:off x="5808600" y="6501600"/>
            <a:ext cx="1368000" cy="288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empower_classification_placeholder"/>
          <p:cNvSpPr/>
          <p:nvPr/>
        </p:nvSpPr>
        <p:spPr>
          <a:xfrm>
            <a:off x="5808600" y="6501600"/>
            <a:ext cx="1367640" cy="288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empower_document_placeholder" hidden="1"/>
          <p:cNvSpPr/>
          <p:nvPr/>
        </p:nvSpPr>
        <p:spPr>
          <a:xfrm>
            <a:off x="8328600" y="6501600"/>
            <a:ext cx="3239640" cy="288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empower_draft_placeholder" hidden="1"/>
          <p:cNvSpPr/>
          <p:nvPr/>
        </p:nvSpPr>
        <p:spPr>
          <a:xfrm>
            <a:off x="7464600" y="6501240"/>
            <a:ext cx="575640" cy="287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MIO_AGENDA_IGNORE_NAVIGATION" hidden="1"/>
          <p:cNvSpPr/>
          <p:nvPr/>
        </p:nvSpPr>
        <p:spPr>
          <a:xfrm>
            <a:off x="11833200" y="116640"/>
            <a:ext cx="215640" cy="21564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95" name="MIO_AGENDA_IGNORE_CHAPTER_REFERENCE" hidden="1"/>
          <p:cNvSpPr/>
          <p:nvPr/>
        </p:nvSpPr>
        <p:spPr>
          <a:xfrm>
            <a:off x="11833200" y="116640"/>
            <a:ext cx="215640" cy="21564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dt" idx="31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ftr" idx="32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 type="sldNum" idx="33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360" bIns="360" anchor="ctr">
            <a:noAutofit/>
          </a:bodyPr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  <p:pic>
        <p:nvPicPr>
          <p:cNvPr id="200" name="LOGO"/>
          <p:cNvPicPr/>
          <p:nvPr/>
        </p:nvPicPr>
        <p:blipFill>
          <a:blip r:embed="rId4"/>
          <a:stretch/>
        </p:blipFill>
        <p:spPr>
          <a:xfrm>
            <a:off x="9738360" y="5453280"/>
            <a:ext cx="1829880" cy="7999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sentation title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02" name="Fixed Page Placeholder"/>
          <p:cNvSpPr/>
          <p:nvPr/>
        </p:nvSpPr>
        <p:spPr>
          <a:xfrm>
            <a:off x="11471400" y="6489360"/>
            <a:ext cx="38376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576000">
              <a:lnSpc>
                <a:spcPct val="100000"/>
              </a:lnSpc>
              <a:tabLst>
                <a:tab algn="l" pos="0"/>
              </a:tabLst>
            </a:pPr>
            <a:fld id="{7BDE56AA-1099-40DE-988F-A70F14DB5140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LOGO PROTECTION" hidden="1"/>
          <p:cNvSpPr/>
          <p:nvPr/>
        </p:nvSpPr>
        <p:spPr>
          <a:xfrm>
            <a:off x="9624240" y="5337360"/>
            <a:ext cx="2060280" cy="111564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05" name="Background White"/>
          <p:cNvSpPr/>
          <p:nvPr/>
        </p:nvSpPr>
        <p:spPr>
          <a:xfrm>
            <a:off x="0" y="0"/>
            <a:ext cx="12192840" cy="685764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6120" rIns="96120" tIns="96120" bIns="96120" anchor="ctr">
            <a:noAutofit/>
          </a:bodyPr>
          <a:p>
            <a:pPr algn="ctr">
              <a:lnSpc>
                <a:spcPct val="100000"/>
              </a:lnSpc>
            </a:pPr>
            <a:endParaRPr lang="en-US" sz="213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06" name="Crystal Shape"/>
          <p:cNvSpPr/>
          <p:nvPr/>
        </p:nvSpPr>
        <p:spPr>
          <a:xfrm>
            <a:off x="0" y="0"/>
            <a:ext cx="12191760" cy="39319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3931920"/>
              <a:gd name="textAreaBottom" fmla="*/ 3932280 h 3931920"/>
              <a:gd name="GluePoint1X" fmla="*/ 0 w 12191999"/>
              <a:gd name="GluePoint1Y" fmla="*/ 0 h 3932241"/>
              <a:gd name="GluePoint2X" fmla="*/ 12191999 w 12191999"/>
              <a:gd name="GluePoint2Y" fmla="*/ 0 h 3932241"/>
              <a:gd name="GluePoint3X" fmla="*/ 12191999 w 12191999"/>
              <a:gd name="GluePoint3Y" fmla="*/ 3726156 h 3932241"/>
              <a:gd name="GluePoint4X" fmla="*/ 3063660 w 12191999"/>
              <a:gd name="GluePoint4Y" fmla="*/ 2179105 h 3932241"/>
              <a:gd name="GluePoint5X" fmla="*/ 387 w 12191999"/>
              <a:gd name="GluePoint5Y" fmla="*/ 3726157 h 3932241"/>
              <a:gd name="GluePoint6X" fmla="*/ 387 w 12191999"/>
              <a:gd name="GluePoint6Y" fmla="*/ 3932241 h 3932241"/>
              <a:gd name="GluePoint7X" fmla="*/ 0 w 12191999"/>
              <a:gd name="GluePoint7Y" fmla="*/ 3932241 h 393224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623880" y="4161600"/>
            <a:ext cx="8279640" cy="111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defTabSz="5760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Please type in title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8" name="empower_classification_attention_placeholder" hidden="1"/>
          <p:cNvSpPr/>
          <p:nvPr/>
        </p:nvSpPr>
        <p:spPr>
          <a:xfrm>
            <a:off x="5411880" y="6501600"/>
            <a:ext cx="1368000" cy="288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empower_classification_placeholder"/>
          <p:cNvSpPr/>
          <p:nvPr/>
        </p:nvSpPr>
        <p:spPr>
          <a:xfrm>
            <a:off x="5411880" y="6501600"/>
            <a:ext cx="1367640" cy="288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empower_document_placeholder" hidden="1"/>
          <p:cNvSpPr/>
          <p:nvPr/>
        </p:nvSpPr>
        <p:spPr>
          <a:xfrm>
            <a:off x="623880" y="6501600"/>
            <a:ext cx="3239640" cy="288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empower_draft_placeholder" hidden="1"/>
          <p:cNvSpPr/>
          <p:nvPr/>
        </p:nvSpPr>
        <p:spPr>
          <a:xfrm>
            <a:off x="4349880" y="6501240"/>
            <a:ext cx="575640" cy="287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MIO_AGENDA_IGNORE_NAVIGATION" hidden="1"/>
          <p:cNvSpPr/>
          <p:nvPr/>
        </p:nvSpPr>
        <p:spPr>
          <a:xfrm>
            <a:off x="11833200" y="116640"/>
            <a:ext cx="215640" cy="21564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13" name="MIO_AGENDA_IGNORE_CHAPTER_REFERENCE" hidden="1"/>
          <p:cNvSpPr/>
          <p:nvPr/>
        </p:nvSpPr>
        <p:spPr>
          <a:xfrm>
            <a:off x="11833200" y="116640"/>
            <a:ext cx="215640" cy="21564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dt" idx="34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ftr" idx="35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sldNum" idx="36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360" bIns="360" anchor="ctr">
            <a:noAutofit/>
          </a:bodyPr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  <p:pic>
        <p:nvPicPr>
          <p:cNvPr id="218" name="LOGO"/>
          <p:cNvPicPr/>
          <p:nvPr/>
        </p:nvPicPr>
        <p:blipFill>
          <a:blip r:embed="rId3"/>
          <a:stretch/>
        </p:blipFill>
        <p:spPr>
          <a:xfrm>
            <a:off x="9738360" y="5453280"/>
            <a:ext cx="1829880" cy="7999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20" name="Fixed Page Placeholder"/>
          <p:cNvSpPr/>
          <p:nvPr/>
        </p:nvSpPr>
        <p:spPr>
          <a:xfrm>
            <a:off x="11471400" y="6489360"/>
            <a:ext cx="38376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576000">
              <a:lnSpc>
                <a:spcPct val="100000"/>
              </a:lnSpc>
              <a:tabLst>
                <a:tab algn="l" pos="0"/>
              </a:tabLst>
            </a:pPr>
            <a:fld id="{786063BD-42DA-49D0-9C8A-2BAA315C3A2A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1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empower_additionalText_placeholder" hidden="1"/>
          <p:cNvSpPr/>
          <p:nvPr/>
        </p:nvSpPr>
        <p:spPr>
          <a:xfrm>
            <a:off x="2531880" y="6489360"/>
            <a:ext cx="1727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23" name="empower_document_placeholder" hidden="1"/>
          <p:cNvSpPr/>
          <p:nvPr/>
        </p:nvSpPr>
        <p:spPr>
          <a:xfrm rot="16200000">
            <a:off x="10757880" y="4960440"/>
            <a:ext cx="2591640" cy="250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empower_proprietary_placeholder" hidden="1"/>
          <p:cNvSpPr/>
          <p:nvPr/>
        </p:nvSpPr>
        <p:spPr>
          <a:xfrm>
            <a:off x="9444600" y="6489360"/>
            <a:ext cx="971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empower_draft_placeholder" hidden="1"/>
          <p:cNvSpPr/>
          <p:nvPr/>
        </p:nvSpPr>
        <p:spPr>
          <a:xfrm>
            <a:off x="8761320" y="6489360"/>
            <a:ext cx="36000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empower_footer_placeholder"/>
          <p:cNvSpPr/>
          <p:nvPr/>
        </p:nvSpPr>
        <p:spPr>
          <a:xfrm>
            <a:off x="4547880" y="6489360"/>
            <a:ext cx="309600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empower_classification_attention_placeholder" hidden="1"/>
          <p:cNvSpPr/>
          <p:nvPr/>
        </p:nvSpPr>
        <p:spPr>
          <a:xfrm>
            <a:off x="1238040" y="6489720"/>
            <a:ext cx="971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empower_classification_placeholder"/>
          <p:cNvSpPr/>
          <p:nvPr/>
        </p:nvSpPr>
        <p:spPr>
          <a:xfrm>
            <a:off x="1238040" y="6489720"/>
            <a:ext cx="97272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empower_date_placeholder"/>
          <p:cNvSpPr/>
          <p:nvPr/>
        </p:nvSpPr>
        <p:spPr>
          <a:xfrm>
            <a:off x="334800" y="6489360"/>
            <a:ext cx="611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72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10800" anchor="b">
            <a:noAutofit/>
          </a:bodyPr>
          <a:p>
            <a:pPr indent="0" defTabSz="576000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1" name="LOGO PROTECTION" hidden="1"/>
          <p:cNvSpPr/>
          <p:nvPr/>
        </p:nvSpPr>
        <p:spPr>
          <a:xfrm>
            <a:off x="10131120" y="0"/>
            <a:ext cx="2060280" cy="83628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dt" idx="37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ftr" idx="38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 type="sldNum" idx="39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360" bIns="360" anchor="ctr">
            <a:noAutofit/>
          </a:bodyPr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|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37" name="Fixed Page Placeholder"/>
          <p:cNvSpPr/>
          <p:nvPr/>
        </p:nvSpPr>
        <p:spPr>
          <a:xfrm>
            <a:off x="11471400" y="6489360"/>
            <a:ext cx="38376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576000">
              <a:lnSpc>
                <a:spcPct val="100000"/>
              </a:lnSpc>
              <a:tabLst>
                <a:tab algn="l" pos="0"/>
              </a:tabLst>
            </a:pPr>
            <a:fld id="{DB62ACB2-D688-4E27-8786-B7397F78D398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8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" name="empower_additionalText_placeholder" hidden="1"/>
          <p:cNvSpPr/>
          <p:nvPr/>
        </p:nvSpPr>
        <p:spPr>
          <a:xfrm>
            <a:off x="2531880" y="6489720"/>
            <a:ext cx="1727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40" name="empower_document_placeholder" hidden="1"/>
          <p:cNvSpPr/>
          <p:nvPr/>
        </p:nvSpPr>
        <p:spPr>
          <a:xfrm rot="16200000">
            <a:off x="10757880" y="4960440"/>
            <a:ext cx="2591640" cy="250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empower_proprietary_placeholder" hidden="1"/>
          <p:cNvSpPr/>
          <p:nvPr/>
        </p:nvSpPr>
        <p:spPr>
          <a:xfrm>
            <a:off x="9444600" y="6489720"/>
            <a:ext cx="971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empower_draft_placeholder" hidden="1"/>
          <p:cNvSpPr/>
          <p:nvPr/>
        </p:nvSpPr>
        <p:spPr>
          <a:xfrm>
            <a:off x="8761320" y="6489720"/>
            <a:ext cx="36000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empower_footer_placeholder"/>
          <p:cNvSpPr/>
          <p:nvPr/>
        </p:nvSpPr>
        <p:spPr>
          <a:xfrm>
            <a:off x="4547880" y="6489720"/>
            <a:ext cx="309600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empower_classification_attention_placeholder" hidden="1"/>
          <p:cNvSpPr/>
          <p:nvPr/>
        </p:nvSpPr>
        <p:spPr>
          <a:xfrm>
            <a:off x="1238040" y="6489720"/>
            <a:ext cx="971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empower_classification_placeholder"/>
          <p:cNvSpPr/>
          <p:nvPr/>
        </p:nvSpPr>
        <p:spPr>
          <a:xfrm>
            <a:off x="1238040" y="6489720"/>
            <a:ext cx="97272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empower_date_placeholder"/>
          <p:cNvSpPr/>
          <p:nvPr/>
        </p:nvSpPr>
        <p:spPr>
          <a:xfrm>
            <a:off x="334800" y="6489720"/>
            <a:ext cx="611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body"/>
          </p:nvPr>
        </p:nvSpPr>
        <p:spPr>
          <a:xfrm>
            <a:off x="334800" y="1268280"/>
            <a:ext cx="11519640" cy="511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72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10800" anchor="b">
            <a:noAutofit/>
          </a:bodyPr>
          <a:p>
            <a:pPr indent="0" defTabSz="576000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9" name="LOGO PROTECTION" hidden="1"/>
          <p:cNvSpPr/>
          <p:nvPr/>
        </p:nvSpPr>
        <p:spPr>
          <a:xfrm>
            <a:off x="10131120" y="0"/>
            <a:ext cx="2060280" cy="83628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dt" idx="40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 type="ftr" idx="41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PlaceHolder 5"/>
          <p:cNvSpPr>
            <a:spLocks noGrp="1"/>
          </p:cNvSpPr>
          <p:nvPr>
            <p:ph type="sldNum" idx="42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360" bIns="360" anchor="ctr">
            <a:noAutofit/>
          </a:bodyPr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2 conten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55" name="Fixed Page Placeholder"/>
          <p:cNvSpPr/>
          <p:nvPr/>
        </p:nvSpPr>
        <p:spPr>
          <a:xfrm>
            <a:off x="11471400" y="6489360"/>
            <a:ext cx="38376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576000">
              <a:lnSpc>
                <a:spcPct val="100000"/>
              </a:lnSpc>
              <a:tabLst>
                <a:tab algn="l" pos="0"/>
              </a:tabLst>
            </a:pPr>
            <a:fld id="{3CDEA984-C7C8-427A-9345-07856CD955B5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6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empower_additionalText_placeholder" hidden="1"/>
          <p:cNvSpPr/>
          <p:nvPr/>
        </p:nvSpPr>
        <p:spPr>
          <a:xfrm>
            <a:off x="2531880" y="6489720"/>
            <a:ext cx="1727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58" name="empower_document_placeholder" hidden="1"/>
          <p:cNvSpPr/>
          <p:nvPr/>
        </p:nvSpPr>
        <p:spPr>
          <a:xfrm rot="16200000">
            <a:off x="10757880" y="4960440"/>
            <a:ext cx="2591640" cy="250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empower_proprietary_placeholder" hidden="1"/>
          <p:cNvSpPr/>
          <p:nvPr/>
        </p:nvSpPr>
        <p:spPr>
          <a:xfrm>
            <a:off x="9444600" y="6489720"/>
            <a:ext cx="971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empower_draft_placeholder" hidden="1"/>
          <p:cNvSpPr/>
          <p:nvPr/>
        </p:nvSpPr>
        <p:spPr>
          <a:xfrm>
            <a:off x="8761320" y="6489720"/>
            <a:ext cx="36000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empower_footer_placeholder"/>
          <p:cNvSpPr/>
          <p:nvPr/>
        </p:nvSpPr>
        <p:spPr>
          <a:xfrm>
            <a:off x="4547880" y="6489720"/>
            <a:ext cx="309600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empower_classification_attention_placeholder" hidden="1"/>
          <p:cNvSpPr/>
          <p:nvPr/>
        </p:nvSpPr>
        <p:spPr>
          <a:xfrm>
            <a:off x="1238040" y="6489720"/>
            <a:ext cx="971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empower_classification_placeholder"/>
          <p:cNvSpPr/>
          <p:nvPr/>
        </p:nvSpPr>
        <p:spPr>
          <a:xfrm>
            <a:off x="1238040" y="6489720"/>
            <a:ext cx="97272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empower_date_placeholder"/>
          <p:cNvSpPr/>
          <p:nvPr/>
        </p:nvSpPr>
        <p:spPr>
          <a:xfrm>
            <a:off x="334800" y="6489720"/>
            <a:ext cx="611640" cy="360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1"/>
          <p:cNvSpPr>
            <a:spLocks noGrp="1"/>
          </p:cNvSpPr>
          <p:nvPr>
            <p:ph type="body"/>
          </p:nvPr>
        </p:nvSpPr>
        <p:spPr>
          <a:xfrm>
            <a:off x="334800" y="1268280"/>
            <a:ext cx="5687640" cy="511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167520" y="1268280"/>
            <a:ext cx="5688720" cy="511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72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10800" anchor="b">
            <a:noAutofit/>
          </a:bodyPr>
          <a:p>
            <a:pPr indent="0" defTabSz="576000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8" name="LOGO PROTECTION" hidden="1"/>
          <p:cNvSpPr/>
          <p:nvPr/>
        </p:nvSpPr>
        <p:spPr>
          <a:xfrm>
            <a:off x="10131120" y="0"/>
            <a:ext cx="2060280" cy="83628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 type="dt" idx="43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PlaceHolder 5"/>
          <p:cNvSpPr>
            <a:spLocks noGrp="1"/>
          </p:cNvSpPr>
          <p:nvPr>
            <p:ph type="ftr" idx="44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PlaceHolder 6"/>
          <p:cNvSpPr>
            <a:spLocks noGrp="1"/>
          </p:cNvSpPr>
          <p:nvPr>
            <p:ph type="sldNum" idx="45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360" bIns="360" anchor="ctr">
            <a:noAutofit/>
          </a:bodyPr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74" name="Fixed Page Placeholder"/>
          <p:cNvSpPr/>
          <p:nvPr/>
        </p:nvSpPr>
        <p:spPr>
          <a:xfrm>
            <a:off x="11471400" y="6489360"/>
            <a:ext cx="38376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576000">
              <a:lnSpc>
                <a:spcPct val="100000"/>
              </a:lnSpc>
              <a:tabLst>
                <a:tab algn="l" pos="0"/>
              </a:tabLst>
            </a:pPr>
            <a:fld id="{1CDB93C2-70AE-45BA-AA98-420BCACAAE6A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5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Background White"/>
          <p:cNvSpPr/>
          <p:nvPr/>
        </p:nvSpPr>
        <p:spPr>
          <a:xfrm>
            <a:off x="0" y="810000"/>
            <a:ext cx="12191760" cy="604764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6120" rIns="96120" tIns="96120" bIns="96120" anchor="ctr">
            <a:noAutofit/>
          </a:bodyPr>
          <a:p>
            <a:pPr algn="ctr">
              <a:lnSpc>
                <a:spcPct val="100000"/>
              </a:lnSpc>
            </a:pPr>
            <a:endParaRPr lang="en-US" sz="213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77" name="Crystal Shape"/>
          <p:cNvSpPr/>
          <p:nvPr/>
        </p:nvSpPr>
        <p:spPr>
          <a:xfrm rot="5400000">
            <a:off x="1207440" y="-1233720"/>
            <a:ext cx="6878160" cy="9330120"/>
          </a:xfrm>
          <a:custGeom>
            <a:avLst/>
            <a:gdLst>
              <a:gd name="textAreaLeft" fmla="*/ 0 w 6878160"/>
              <a:gd name="textAreaRight" fmla="*/ 6878520 w 6878160"/>
              <a:gd name="textAreaTop" fmla="*/ 0 h 9330120"/>
              <a:gd name="textAreaBottom" fmla="*/ 9330480 h 9330120"/>
              <a:gd name="GluePoint1X" fmla="*/ 8092 w 6878637"/>
              <a:gd name="GluePoint1Y" fmla="*/ 727877 h 9330464"/>
              <a:gd name="GluePoint2X" fmla="*/ 1734388 w 6878637"/>
              <a:gd name="GluePoint2Y" fmla="*/ 0 h 9330464"/>
              <a:gd name="GluePoint3X" fmla="*/ 6878635 w 6878637"/>
              <a:gd name="GluePoint3Y" fmla="*/ 1136853 h 9330464"/>
              <a:gd name="GluePoint4X" fmla="*/ 6878637 w 6878637"/>
              <a:gd name="GluePoint4Y" fmla="*/ 9322375 h 9330464"/>
              <a:gd name="GluePoint5X" fmla="*/ 0 w 6878637"/>
              <a:gd name="GluePoint5Y" fmla="*/ 9330464 h 9330464"/>
              <a:gd name="GluePoint6X" fmla="*/ 8092 w 6878637"/>
              <a:gd name="GluePoint6Y" fmla="*/ 727877 h 933046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335520" y="2134800"/>
            <a:ext cx="8137080" cy="68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5760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Click to enter Section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9" name="LOGO PROTECTION" hidden="1"/>
          <p:cNvSpPr/>
          <p:nvPr/>
        </p:nvSpPr>
        <p:spPr>
          <a:xfrm>
            <a:off x="10131120" y="0"/>
            <a:ext cx="2060280" cy="83628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80" name="MIO_AGENDA_IGNORE_NAVIGATION" hidden="1"/>
          <p:cNvSpPr/>
          <p:nvPr/>
        </p:nvSpPr>
        <p:spPr>
          <a:xfrm>
            <a:off x="11833200" y="116640"/>
            <a:ext cx="215640" cy="21564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81" name="MIO_AGENDA_IGNORE_CHAPTER_REFERENCE" hidden="1"/>
          <p:cNvSpPr/>
          <p:nvPr/>
        </p:nvSpPr>
        <p:spPr>
          <a:xfrm>
            <a:off x="11833200" y="116640"/>
            <a:ext cx="215640" cy="21564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dt" idx="46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ftr" idx="47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 type="sldNum" idx="48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360" bIns="360" anchor="ctr">
            <a:noAutofit/>
          </a:bodyPr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87" name="Fixed Page Placeholder"/>
          <p:cNvSpPr/>
          <p:nvPr/>
        </p:nvSpPr>
        <p:spPr>
          <a:xfrm>
            <a:off x="11471400" y="6489360"/>
            <a:ext cx="38376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576000">
              <a:lnSpc>
                <a:spcPct val="100000"/>
              </a:lnSpc>
              <a:tabLst>
                <a:tab algn="l" pos="0"/>
              </a:tabLst>
            </a:pPr>
            <a:fld id="{DD77FC60-DA83-4881-AD56-9D9B4830DB85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8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Background White"/>
          <p:cNvSpPr/>
          <p:nvPr/>
        </p:nvSpPr>
        <p:spPr>
          <a:xfrm>
            <a:off x="0" y="810000"/>
            <a:ext cx="12191760" cy="604764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6120" rIns="96120" tIns="96120" bIns="96120" anchor="ctr">
            <a:noAutofit/>
          </a:bodyPr>
          <a:p>
            <a:pPr algn="ctr">
              <a:lnSpc>
                <a:spcPct val="100000"/>
              </a:lnSpc>
            </a:pPr>
            <a:endParaRPr lang="en-US" sz="213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90" name="Crystal Shape"/>
          <p:cNvSpPr/>
          <p:nvPr/>
        </p:nvSpPr>
        <p:spPr>
          <a:xfrm rot="16200000">
            <a:off x="6865920" y="1532520"/>
            <a:ext cx="6857640" cy="3792960"/>
          </a:xfrm>
          <a:custGeom>
            <a:avLst/>
            <a:gdLst>
              <a:gd name="textAreaLeft" fmla="*/ 0 w 6857640"/>
              <a:gd name="textAreaRight" fmla="*/ 6858000 w 6857640"/>
              <a:gd name="textAreaTop" fmla="*/ 0 h 3792960"/>
              <a:gd name="textAreaBottom" fmla="*/ 3793320 h 3792960"/>
              <a:gd name="GluePoint1X" fmla="*/ 6857999 w 6857999"/>
              <a:gd name="GluePoint1Y" fmla="*/ 1129077 h 3793483"/>
              <a:gd name="GluePoint2X" fmla="*/ 6857999 w 6857999"/>
              <a:gd name="GluePoint2Y" fmla="*/ 3792536 h 3793483"/>
              <a:gd name="GluePoint3X" fmla="*/ 0 w 6857999"/>
              <a:gd name="GluePoint3Y" fmla="*/ 3793483 h 3793483"/>
              <a:gd name="GluePoint4X" fmla="*/ 0 w 6857999"/>
              <a:gd name="GluePoint4Y" fmla="*/ 729579 h 3793483"/>
              <a:gd name="GluePoint5X" fmla="*/ 1748945 w 6857999"/>
              <a:gd name="GluePoint5Y" fmla="*/ 0 h 379348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335520" y="2134800"/>
            <a:ext cx="8137080" cy="68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5760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enter Section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2" name="MIO_AGENDA_IGNORE_NAVIGATION" hidden="1"/>
          <p:cNvSpPr/>
          <p:nvPr/>
        </p:nvSpPr>
        <p:spPr>
          <a:xfrm>
            <a:off x="11833200" y="116640"/>
            <a:ext cx="215640" cy="21564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93" name="MIO_AGENDA_IGNORE_CHAPTER_REFERENCE" hidden="1"/>
          <p:cNvSpPr/>
          <p:nvPr/>
        </p:nvSpPr>
        <p:spPr>
          <a:xfrm>
            <a:off x="11833200" y="116640"/>
            <a:ext cx="215640" cy="21564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dt" idx="49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ftr" idx="50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PlaceHolder 4"/>
          <p:cNvSpPr>
            <a:spLocks noGrp="1"/>
          </p:cNvSpPr>
          <p:nvPr>
            <p:ph type="sldNum" idx="51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7" name="LOGO"/>
          <p:cNvPicPr/>
          <p:nvPr/>
        </p:nvPicPr>
        <p:blipFill>
          <a:blip r:embed="rId3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4 conten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0" bIns="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99" name="Fixed Page Placeholder"/>
          <p:cNvSpPr/>
          <p:nvPr/>
        </p:nvSpPr>
        <p:spPr>
          <a:xfrm>
            <a:off x="11471400" y="6489360"/>
            <a:ext cx="38376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576000">
              <a:lnSpc>
                <a:spcPct val="100000"/>
              </a:lnSpc>
              <a:tabLst>
                <a:tab algn="l" pos="0"/>
              </a:tabLst>
            </a:pPr>
            <a:fld id="{9B8B852A-4905-4A09-8972-591FEE1A6FD8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0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7080" cy="52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empower_additionalText_placeholder" hidden="1"/>
          <p:cNvSpPr/>
          <p:nvPr/>
        </p:nvSpPr>
        <p:spPr>
          <a:xfrm>
            <a:off x="2531880" y="6489360"/>
            <a:ext cx="1727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302" name="empower_document_placeholder" hidden="1"/>
          <p:cNvSpPr/>
          <p:nvPr/>
        </p:nvSpPr>
        <p:spPr>
          <a:xfrm rot="16200000">
            <a:off x="10757880" y="4960440"/>
            <a:ext cx="2591640" cy="250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empower_proprietary_placeholder" hidden="1"/>
          <p:cNvSpPr/>
          <p:nvPr/>
        </p:nvSpPr>
        <p:spPr>
          <a:xfrm>
            <a:off x="9444600" y="6489360"/>
            <a:ext cx="971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empower_draft_placeholder" hidden="1"/>
          <p:cNvSpPr/>
          <p:nvPr/>
        </p:nvSpPr>
        <p:spPr>
          <a:xfrm>
            <a:off x="8761320" y="6489360"/>
            <a:ext cx="36000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empower_footer_placeholder"/>
          <p:cNvSpPr/>
          <p:nvPr/>
        </p:nvSpPr>
        <p:spPr>
          <a:xfrm>
            <a:off x="4547880" y="6489360"/>
            <a:ext cx="309600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empower_classification_attention_placeholder" hidden="1"/>
          <p:cNvSpPr/>
          <p:nvPr/>
        </p:nvSpPr>
        <p:spPr>
          <a:xfrm>
            <a:off x="1238040" y="6489360"/>
            <a:ext cx="971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empower_classification_placeholder"/>
          <p:cNvSpPr/>
          <p:nvPr/>
        </p:nvSpPr>
        <p:spPr>
          <a:xfrm>
            <a:off x="1238040" y="6489360"/>
            <a:ext cx="97272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empower_date_placeholder"/>
          <p:cNvSpPr/>
          <p:nvPr/>
        </p:nvSpPr>
        <p:spPr>
          <a:xfrm>
            <a:off x="334800" y="6489360"/>
            <a:ext cx="611640" cy="36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1"/>
          <p:cNvSpPr>
            <a:spLocks noGrp="1"/>
          </p:cNvSpPr>
          <p:nvPr>
            <p:ph type="body"/>
          </p:nvPr>
        </p:nvSpPr>
        <p:spPr>
          <a:xfrm>
            <a:off x="334800" y="1268280"/>
            <a:ext cx="5687640" cy="23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166800" y="1268280"/>
            <a:ext cx="5687640" cy="23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body"/>
          </p:nvPr>
        </p:nvSpPr>
        <p:spPr>
          <a:xfrm>
            <a:off x="334800" y="3860640"/>
            <a:ext cx="5687640" cy="252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 type="body"/>
          </p:nvPr>
        </p:nvSpPr>
        <p:spPr>
          <a:xfrm>
            <a:off x="6166800" y="3860640"/>
            <a:ext cx="5687640" cy="252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5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72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10800" anchor="b">
            <a:noAutofit/>
          </a:bodyPr>
          <a:p>
            <a:pPr indent="0" defTabSz="576000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4" name="LOGO PROTECTION" hidden="1"/>
          <p:cNvSpPr/>
          <p:nvPr/>
        </p:nvSpPr>
        <p:spPr>
          <a:xfrm>
            <a:off x="10131120" y="0"/>
            <a:ext cx="2060280" cy="83628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72000" bIns="72000" anchor="ctr">
            <a:noAutofit/>
          </a:bodyPr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315" name="PlaceHolder 6"/>
          <p:cNvSpPr>
            <a:spLocks noGrp="1"/>
          </p:cNvSpPr>
          <p:nvPr>
            <p:ph type="dt" idx="52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PlaceHolder 7"/>
          <p:cNvSpPr>
            <a:spLocks noGrp="1"/>
          </p:cNvSpPr>
          <p:nvPr>
            <p:ph type="ftr" idx="53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PlaceHolder 8"/>
          <p:cNvSpPr>
            <a:spLocks noGrp="1"/>
          </p:cNvSpPr>
          <p:nvPr>
            <p:ph type="sldNum" idx="54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360" bIns="360" anchor="ctr">
            <a:noAutofit/>
          </a:bodyPr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72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10800" anchor="b">
            <a:noAutofit/>
          </a:bodyPr>
          <a:p>
            <a:pPr indent="0" defTabSz="576000">
              <a:lnSpc>
                <a:spcPct val="100000"/>
              </a:lnSpc>
              <a:buNone/>
            </a:pPr>
            <a:br>
              <a:rPr sz="2400"/>
            </a:b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Infineon PSOC6 Lecture project status</a:t>
            </a:r>
            <a:br>
              <a:rPr sz="2400"/>
            </a:b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0" name="Rectangle: Rounded Corners 3"/>
          <p:cNvSpPr/>
          <p:nvPr/>
        </p:nvSpPr>
        <p:spPr>
          <a:xfrm>
            <a:off x="334800" y="980640"/>
            <a:ext cx="11521800" cy="828000"/>
          </a:xfrm>
          <a:prstGeom prst="roundRect">
            <a:avLst>
              <a:gd name="adj" fmla="val 9662"/>
            </a:avLst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72000" rIns="72000" tIns="72000" bIns="72000" anchor="ctr">
            <a:noAutofit/>
          </a:bodyPr>
          <a:p>
            <a:pPr defTabSz="576000">
              <a:lnSpc>
                <a:spcPct val="120000"/>
              </a:lnSpc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Team: </a:t>
            </a:r>
            <a:r>
              <a:rPr lang="en-US" sz="2000" b="1" i="1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Bathroom Pro 2000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r>
              <a:rPr lang="en-US" sz="1200" b="0" i="1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Team Members:</a:t>
            </a:r>
            <a:r>
              <a:rPr lang="en-US" sz="1600" b="0" i="1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 </a:t>
            </a:r>
            <a:r>
              <a:rPr lang="en-US" sz="1200" b="0" i="1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Michael Leitner, Philip Rockenschaub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Rectangle: Rounded Corners 10"/>
          <p:cNvSpPr/>
          <p:nvPr/>
        </p:nvSpPr>
        <p:spPr>
          <a:xfrm>
            <a:off x="336600" y="2223360"/>
            <a:ext cx="3671640" cy="414180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horzOverflow="overflow" lIns="72000" rIns="72000" tIns="72000" bIns="72000" anchor="t">
            <a:noAutofit/>
          </a:bodyPr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Achieved since the Introduction Lecture 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Setup Deepcraft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57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Create model project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57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Create data acquisition project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 defTabSz="57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First data recordings (testing)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Set up ESP C8 with homeassistant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57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Sensor gets recognized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Rectangle: Rounded Corners 13"/>
          <p:cNvSpPr/>
          <p:nvPr/>
        </p:nvSpPr>
        <p:spPr>
          <a:xfrm>
            <a:off x="4259880" y="2241000"/>
            <a:ext cx="3671640" cy="414180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horzOverflow="overflow" lIns="72000" rIns="72000" tIns="72000" bIns="72000" anchor="t">
            <a:noAutofit/>
          </a:bodyPr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Activities planned until next meeting: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Gather data and classify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Connect esp c8 with psoc6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Rectangle: Rounded Corners 14"/>
          <p:cNvSpPr/>
          <p:nvPr/>
        </p:nvSpPr>
        <p:spPr>
          <a:xfrm>
            <a:off x="8184240" y="2241000"/>
            <a:ext cx="3671640" cy="414036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horzOverflow="overflow" lIns="72000" rIns="72000" tIns="72000" bIns="72000" anchor="t">
            <a:noAutofit/>
          </a:bodyPr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Issues / Support needed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Audio + Pressure data enough streaming capacity? Doesn’t work sometimes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Problems we encountered: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ESP C8 flashing because we didn’t read docs :)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4" name="Grafik 15"/>
          <p:cNvPicPr/>
          <p:nvPr/>
        </p:nvPicPr>
        <p:blipFill>
          <a:blip r:embed="rId1"/>
          <a:stretch/>
        </p:blipFill>
        <p:spPr>
          <a:xfrm>
            <a:off x="6960240" y="260640"/>
            <a:ext cx="1997280" cy="43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5" name="Picture 4"/>
          <p:cNvPicPr/>
          <p:nvPr/>
        </p:nvPicPr>
        <p:blipFill>
          <a:blip r:embed="rId2"/>
          <a:stretch/>
        </p:blipFill>
        <p:spPr>
          <a:xfrm>
            <a:off x="9120240" y="260640"/>
            <a:ext cx="1367640" cy="42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TextBox 5"/>
          <p:cNvSpPr/>
          <p:nvPr/>
        </p:nvSpPr>
        <p:spPr>
          <a:xfrm>
            <a:off x="336600" y="1858320"/>
            <a:ext cx="4678920" cy="30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576000">
              <a:lnSpc>
                <a:spcPct val="120000"/>
              </a:lnSpc>
            </a:pPr>
            <a:r>
              <a:rPr lang="en-US" sz="1800" b="1" u="none" strike="noStrike">
                <a:solidFill>
                  <a:srgbClr val="0a8276"/>
                </a:solidFill>
                <a:effectLst/>
                <a:uFillTx/>
                <a:latin typeface="Arial"/>
                <a:ea typeface="Arial Unicode MS"/>
              </a:rPr>
              <a:t>1. Progress report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72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10800" anchor="b">
            <a:noAutofit/>
          </a:bodyPr>
          <a:p>
            <a:pPr indent="0" defTabSz="576000">
              <a:lnSpc>
                <a:spcPct val="100000"/>
              </a:lnSpc>
              <a:buNone/>
            </a:pPr>
            <a:br>
              <a:rPr sz="2400"/>
            </a:b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Infineon PSOC6 Lecture project status</a:t>
            </a:r>
            <a:br>
              <a:rPr sz="2400"/>
            </a:b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8" name="Rectangle: Rounded Corners 10"/>
          <p:cNvSpPr/>
          <p:nvPr/>
        </p:nvSpPr>
        <p:spPr>
          <a:xfrm>
            <a:off x="336600" y="1340640"/>
            <a:ext cx="3671640" cy="502452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horzOverflow="overflow" lIns="72000" rIns="72000" tIns="72000" bIns="72000" anchor="t">
            <a:noAutofit/>
          </a:bodyPr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Achieved since last meeting: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text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Rectangle: Rounded Corners 13"/>
          <p:cNvSpPr/>
          <p:nvPr/>
        </p:nvSpPr>
        <p:spPr>
          <a:xfrm>
            <a:off x="4259880" y="1340640"/>
            <a:ext cx="3671640" cy="504252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horzOverflow="overflow" lIns="72000" rIns="72000" tIns="72000" bIns="72000" anchor="t">
            <a:noAutofit/>
          </a:bodyPr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Activities planned until next meeting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text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: Rounded Corners 14"/>
          <p:cNvSpPr/>
          <p:nvPr/>
        </p:nvSpPr>
        <p:spPr>
          <a:xfrm>
            <a:off x="8184240" y="1340640"/>
            <a:ext cx="3671640" cy="504072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horzOverflow="overflow" lIns="72000" rIns="72000" tIns="72000" bIns="72000" anchor="t">
            <a:noAutofit/>
          </a:bodyPr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Issues / Support needed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text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1" name="Grafik 15"/>
          <p:cNvPicPr/>
          <p:nvPr/>
        </p:nvPicPr>
        <p:blipFill>
          <a:blip r:embed="rId1"/>
          <a:stretch/>
        </p:blipFill>
        <p:spPr>
          <a:xfrm>
            <a:off x="6960240" y="260640"/>
            <a:ext cx="1997280" cy="43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2" name="Picture 4"/>
          <p:cNvPicPr/>
          <p:nvPr/>
        </p:nvPicPr>
        <p:blipFill>
          <a:blip r:embed="rId2"/>
          <a:stretch/>
        </p:blipFill>
        <p:spPr>
          <a:xfrm>
            <a:off x="9120240" y="260640"/>
            <a:ext cx="1367640" cy="42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TextBox 5"/>
          <p:cNvSpPr/>
          <p:nvPr/>
        </p:nvSpPr>
        <p:spPr>
          <a:xfrm>
            <a:off x="334800" y="973800"/>
            <a:ext cx="4775400" cy="30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576000">
              <a:lnSpc>
                <a:spcPct val="120000"/>
              </a:lnSpc>
            </a:pPr>
            <a:r>
              <a:rPr lang="en-US" sz="1800" b="1" u="none" strike="noStrike">
                <a:solidFill>
                  <a:srgbClr val="0a8276"/>
                </a:solidFill>
                <a:effectLst/>
                <a:uFillTx/>
                <a:latin typeface="Arial"/>
                <a:ea typeface="Arial Unicode MS"/>
              </a:rPr>
              <a:t>2. Progress report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72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10800" anchor="b">
            <a:noAutofit/>
          </a:bodyPr>
          <a:p>
            <a:pPr indent="0" defTabSz="576000">
              <a:lnSpc>
                <a:spcPct val="100000"/>
              </a:lnSpc>
              <a:buNone/>
            </a:pPr>
            <a:br>
              <a:rPr sz="2400"/>
            </a:b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Infineon PSOC6 Lecture project status</a:t>
            </a:r>
            <a:br>
              <a:rPr sz="2400"/>
            </a:b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5" name="Rectangle: Rounded Corners 10"/>
          <p:cNvSpPr/>
          <p:nvPr/>
        </p:nvSpPr>
        <p:spPr>
          <a:xfrm>
            <a:off x="336600" y="1340640"/>
            <a:ext cx="3671640" cy="502452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horzOverflow="overflow" lIns="72000" rIns="72000" tIns="72000" bIns="72000" anchor="t">
            <a:noAutofit/>
          </a:bodyPr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Achieved since last meeting: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text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ectangle: Rounded Corners 13"/>
          <p:cNvSpPr/>
          <p:nvPr/>
        </p:nvSpPr>
        <p:spPr>
          <a:xfrm>
            <a:off x="4259880" y="1340640"/>
            <a:ext cx="3671640" cy="504252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horzOverflow="overflow" lIns="72000" rIns="72000" tIns="72000" bIns="72000" anchor="t">
            <a:noAutofit/>
          </a:bodyPr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Activities planned until next meeting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Text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Show what you have planned for the project presentation and your submission, you have more room on the next slide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Rectangle: Rounded Corners 14"/>
          <p:cNvSpPr/>
          <p:nvPr/>
        </p:nvSpPr>
        <p:spPr>
          <a:xfrm>
            <a:off x="8184240" y="1340640"/>
            <a:ext cx="3671640" cy="504072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horzOverflow="overflow" lIns="72000" rIns="72000" tIns="72000" bIns="72000" anchor="t">
            <a:noAutofit/>
          </a:bodyPr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Issues / Support needed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text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8" name="Grafik 15"/>
          <p:cNvPicPr/>
          <p:nvPr/>
        </p:nvPicPr>
        <p:blipFill>
          <a:blip r:embed="rId1"/>
          <a:stretch/>
        </p:blipFill>
        <p:spPr>
          <a:xfrm>
            <a:off x="6960240" y="260640"/>
            <a:ext cx="1997280" cy="43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9" name="Picture 4"/>
          <p:cNvPicPr/>
          <p:nvPr/>
        </p:nvPicPr>
        <p:blipFill>
          <a:blip r:embed="rId2"/>
          <a:stretch/>
        </p:blipFill>
        <p:spPr>
          <a:xfrm>
            <a:off x="9120240" y="260640"/>
            <a:ext cx="1367640" cy="42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" name="TextBox 5"/>
          <p:cNvSpPr/>
          <p:nvPr/>
        </p:nvSpPr>
        <p:spPr>
          <a:xfrm>
            <a:off x="431280" y="973800"/>
            <a:ext cx="4678920" cy="30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576000">
              <a:lnSpc>
                <a:spcPct val="120000"/>
              </a:lnSpc>
            </a:pPr>
            <a:r>
              <a:rPr lang="en-US" sz="1800" b="1" u="none" strike="noStrike">
                <a:solidFill>
                  <a:srgbClr val="0a8276"/>
                </a:solidFill>
                <a:effectLst/>
                <a:uFillTx/>
                <a:latin typeface="Arial"/>
                <a:ea typeface="Arial Unicode MS"/>
              </a:rPr>
              <a:t>3. Progress report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72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10800" anchor="b">
            <a:noAutofit/>
          </a:bodyPr>
          <a:p>
            <a:pPr indent="0" defTabSz="576000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Infineon PSOC6 Lecture presentation and final submission plans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2" name="Rectangle: Rounded Corners 7"/>
          <p:cNvSpPr/>
          <p:nvPr/>
        </p:nvSpPr>
        <p:spPr>
          <a:xfrm>
            <a:off x="335520" y="1268280"/>
            <a:ext cx="11521440" cy="507852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horzOverflow="overflow" lIns="72000" rIns="72000" tIns="72000" bIns="72000" anchor="t">
            <a:noAutofit/>
          </a:bodyPr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Short project presentation: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Any special equipment need for demo at the demo Day 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 pitchFamily="0" charset="1"/>
        <a:ea typeface="Arial Unicode MS" pitchFamily="0" charset="1"/>
        <a:cs typeface="Arial" pitchFamily="0" charset="1"/>
      </a:majorFont>
      <a:minorFont>
        <a:latin typeface="Arial" pitchFamily="0" charset="1"/>
        <a:ea typeface="Arial Unicode MS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908744A1DC0E459D19409169BD101C" ma:contentTypeVersion="10" ma:contentTypeDescription="Create a new document." ma:contentTypeScope="" ma:versionID="d0a38bccec903cc7fc917c43126213b1">
  <xsd:schema xmlns:xsd="http://www.w3.org/2001/XMLSchema" xmlns:xs="http://www.w3.org/2001/XMLSchema" xmlns:p="http://schemas.microsoft.com/office/2006/metadata/properties" xmlns:ns1="http://schemas.microsoft.com/sharepoint/v3" xmlns:ns2="3df75a81-b7cb-4783-ab8b-190cb7919186" targetNamespace="http://schemas.microsoft.com/office/2006/metadata/properties" ma:root="true" ma:fieldsID="18817bea9ddb899bcb71e34dfb063dcd" ns1:_="" ns2:_="">
    <xsd:import namespace="http://schemas.microsoft.com/sharepoint/v3"/>
    <xsd:import namespace="3df75a81-b7cb-4783-ab8b-190cb79191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f75a81-b7cb-4783-ab8b-190cb79191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E621A0-1E67-4A33-AC30-1B8333BDE1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df75a81-b7cb-4783-ab8b-190cb79191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99A1D5-F553-4264-9022-E0136C61CE27}">
  <ds:schemaRefs>
    <ds:schemaRef ds:uri="http://schemas.microsoft.com/office/infopath/2007/PartnerControls"/>
    <ds:schemaRef ds:uri="3df75a81-b7cb-4783-ab8b-190cb7919186"/>
    <ds:schemaRef ds:uri="http://purl.org/dc/elements/1.1/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15a25aa-e944-415d-b7a7-40f6b9180b6b}" enabled="1" method="Standard" siteId="{eeb8d0e8-3544-41d3-aac6-934c309faf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</TotalTime>
  <Application>LibreOffice/25.8.4.2$Linux_X86_64 LibreOffice_project/580$Build-2</Application>
  <AppVersion>15.0000</AppVersion>
  <Words>143</Words>
  <Paragraphs>36</Paragraphs>
  <Company>Infineon Technologies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2024-04-15T16:23:15Z</dcterms:created>
  <dc:creator>Muehlberger Andreas (IFAT IFM)</dc:creator>
  <dc:description/>
  <dc:language>en-US</dc:language>
  <cp:lastModifiedBy/>
  <dcterms:modified xsi:type="dcterms:W3CDTF">2026-02-13T15:07:14Z</dcterms:modified>
  <cp:revision>11</cp:revision>
  <dc:subject/>
  <dc:title>IndustryMeetsMakers2024 Infineon team status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dditionalMarking">
    <vt:lpwstr/>
  </property>
  <property fmtid="{D5CDD505-2E9C-101B-9397-08002B2CF9AE}" pid="3" name="ConfidentialityMarking">
    <vt:lpwstr>restricted</vt:lpwstr>
  </property>
  <property fmtid="{D5CDD505-2E9C-101B-9397-08002B2CF9AE}" pid="4" name="ContentTypeId">
    <vt:lpwstr>0x010100B7908744A1DC0E459D19409169BD101C</vt:lpwstr>
  </property>
  <property fmtid="{D5CDD505-2E9C-101B-9397-08002B2CF9AE}" pid="5" name="DocumentID">
    <vt:lpwstr/>
  </property>
  <property fmtid="{D5CDD505-2E9C-101B-9397-08002B2CF9AE}" pid="6" name="DocumentVersion">
    <vt:lpwstr/>
  </property>
  <property fmtid="{D5CDD505-2E9C-101B-9397-08002B2CF9AE}" pid="7" name="MSIP_Label_a15a25aa-e944-415d-b7a7-40f6b9180b6b_ActionId">
    <vt:lpwstr>f2b23d3b-c785-4c2f-a598-3095f5fe5aeb</vt:lpwstr>
  </property>
  <property fmtid="{D5CDD505-2E9C-101B-9397-08002B2CF9AE}" pid="8" name="MSIP_Label_a15a25aa-e944-415d-b7a7-40f6b9180b6b_ContentBits">
    <vt:lpwstr>0</vt:lpwstr>
  </property>
  <property fmtid="{D5CDD505-2E9C-101B-9397-08002B2CF9AE}" pid="9" name="MSIP_Label_a15a25aa-e944-415d-b7a7-40f6b9180b6b_Enabled">
    <vt:lpwstr>-1</vt:lpwstr>
  </property>
  <property fmtid="{D5CDD505-2E9C-101B-9397-08002B2CF9AE}" pid="10" name="MSIP_Label_a15a25aa-e944-415d-b7a7-40f6b9180b6b_Method">
    <vt:lpwstr>Privileged</vt:lpwstr>
  </property>
  <property fmtid="{D5CDD505-2E9C-101B-9397-08002B2CF9AE}" pid="11" name="MSIP_Label_a15a25aa-e944-415d-b7a7-40f6b9180b6b_Name">
    <vt:lpwstr>a15a25aa-e944-415d-b7a7-40f6b9180b6b</vt:lpwstr>
  </property>
  <property fmtid="{D5CDD505-2E9C-101B-9397-08002B2CF9AE}" pid="12" name="MSIP_Label_a15a25aa-e944-415d-b7a7-40f6b9180b6b_SetDate">
    <vt:lpwstr>2025-07-03 06:27:55Z</vt:lpwstr>
  </property>
  <property fmtid="{D5CDD505-2E9C-101B-9397-08002B2CF9AE}" pid="13" name="MSIP_Label_a15a25aa-e944-415d-b7a7-40f6b9180b6b_SiteId">
    <vt:lpwstr>eeb8d0e8-3544-41d3-aac6-934c309faf5a</vt:lpwstr>
  </property>
  <property fmtid="{D5CDD505-2E9C-101B-9397-08002B2CF9AE}" pid="14" name="PresentationFormat">
    <vt:lpwstr>Widescreen</vt:lpwstr>
  </property>
  <property fmtid="{D5CDD505-2E9C-101B-9397-08002B2CF9AE}" pid="15" name="Proprietary">
    <vt:lpwstr/>
  </property>
  <property fmtid="{D5CDD505-2E9C-101B-9397-08002B2CF9AE}" pid="16" name="Slides">
    <vt:i4>4</vt:i4>
  </property>
  <property fmtid="{D5CDD505-2E9C-101B-9397-08002B2CF9AE}" pid="17" name="TemplateCompany">
    <vt:lpwstr>IFX</vt:lpwstr>
  </property>
  <property fmtid="{D5CDD505-2E9C-101B-9397-08002B2CF9AE}" pid="18" name="empower.integration.Classification.AdditionalMarking">
    <vt:lpwstr/>
  </property>
  <property fmtid="{D5CDD505-2E9C-101B-9397-08002B2CF9AE}" pid="19" name="empower.integration.Classification.DateFormat">
    <vt:lpwstr>yyyy-MM-dd</vt:lpwstr>
  </property>
  <property fmtid="{D5CDD505-2E9C-101B-9397-08002B2CF9AE}" pid="20" name="empower.integration.Classification.DocumentId">
    <vt:lpwstr/>
  </property>
  <property fmtid="{D5CDD505-2E9C-101B-9397-08002B2CF9AE}" pid="21" name="empower.integration.Classification.DocumentOwner">
    <vt:lpwstr/>
  </property>
  <property fmtid="{D5CDD505-2E9C-101B-9397-08002B2CF9AE}" pid="22" name="empower.integration.Classification.DocumentVersion">
    <vt:lpwstr/>
  </property>
  <property fmtid="{D5CDD505-2E9C-101B-9397-08002B2CF9AE}" pid="23" name="empower.integration.Classification.FooterDate">
    <vt:filetime>2025-07-03T06:27:54Z</vt:filetime>
  </property>
  <property fmtid="{D5CDD505-2E9C-101B-9397-08002B2CF9AE}" pid="24" name="empower.integration.Classification.HasAdditionalMarking">
    <vt:bool>0</vt:bool>
  </property>
  <property fmtid="{D5CDD505-2E9C-101B-9397-08002B2CF9AE}" pid="25" name="empower.integration.Classification.IsDraft">
    <vt:bool>0</vt:bool>
  </property>
  <property fmtid="{D5CDD505-2E9C-101B-9397-08002B2CF9AE}" pid="26" name="empower.integration.Classification.IsEmpowerClassified">
    <vt:bool>1</vt:bool>
  </property>
  <property fmtid="{D5CDD505-2E9C-101B-9397-08002B2CF9AE}" pid="27" name="empower.integration.Classification.IsProprietary">
    <vt:bool>0</vt:bool>
  </property>
  <property fmtid="{D5CDD505-2E9C-101B-9397-08002B2CF9AE}" pid="28" name="empower.integration.Classification.RestrictionLevel">
    <vt:i4>1</vt:i4>
  </property>
  <property fmtid="{D5CDD505-2E9C-101B-9397-08002B2CF9AE}" pid="29" name="empower.integration.Classification.ShowFooter">
    <vt:bool>1</vt:bool>
  </property>
  <property fmtid="{D5CDD505-2E9C-101B-9397-08002B2CF9AE}" pid="30" name="empower_migrated_document">
    <vt:lpwstr>true</vt:lpwstr>
  </property>
</Properties>
</file>