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ullpi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0" rIns="72000" bIns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3" name="Fixed Page Placeholder"/>
          <p:cNvSpPr/>
          <p:nvPr/>
        </p:nvSpPr>
        <p:spPr>
          <a:xfrm>
            <a:off x="11471400" y="6489360"/>
            <a:ext cx="38340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576000">
              <a:lnSpc>
                <a:spcPct val="100000"/>
              </a:lnSpc>
              <a:tabLst>
                <a:tab pos="0" algn="l"/>
              </a:tabLst>
            </a:pPr>
            <a:fld id="{3079FA3E-9C76-445E-BA85-917FA340CA78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‹#›</a:t>
            </a:fld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672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DCD5D7"/>
          </a:solidFill>
          <a:ln w="0">
            <a:noFill/>
          </a:ln>
        </p:spPr>
        <p:txBody>
          <a:bodyPr lIns="90000" tIns="2880000" rIns="90000" bIns="4500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icon to add picture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MIO_AGENDA_IGNORE_NAVIGATION" hidden="1"/>
          <p:cNvSpPr/>
          <p:nvPr/>
        </p:nvSpPr>
        <p:spPr>
          <a:xfrm>
            <a:off x="11833200" y="116640"/>
            <a:ext cx="215280" cy="21528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7" name="MIO_AGENDA_IGNORE_CHAPTER_REFERENCE" hidden="1"/>
          <p:cNvSpPr/>
          <p:nvPr/>
        </p:nvSpPr>
        <p:spPr>
          <a:xfrm>
            <a:off x="11833200" y="116640"/>
            <a:ext cx="215280" cy="21528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1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2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0" name="PlaceHolder 4"/>
          <p:cNvSpPr>
            <a:spLocks noGrp="1"/>
          </p:cNvSpPr>
          <p:nvPr>
            <p:ph type="sldNum" idx="3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360" rIns="72000" bIns="360" anchor="ctr">
            <a:noAutofit/>
          </a:bodyPr>
          <a:lstStyle/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inal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0" rIns="72000" bIns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3" name="Fixed Page Placeholder"/>
          <p:cNvSpPr/>
          <p:nvPr/>
        </p:nvSpPr>
        <p:spPr>
          <a:xfrm>
            <a:off x="11471400" y="6489360"/>
            <a:ext cx="38340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576000">
              <a:lnSpc>
                <a:spcPct val="100000"/>
              </a:lnSpc>
              <a:tabLst>
                <a:tab pos="0" algn="l"/>
              </a:tabLst>
            </a:pPr>
            <a:fld id="{F7BF76FE-C757-4D80-B525-72EC5A193AAC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‹#›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672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Background White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6" name="LOGO PROTECTION" hidden="1"/>
          <p:cNvSpPr/>
          <p:nvPr/>
        </p:nvSpPr>
        <p:spPr>
          <a:xfrm>
            <a:off x="2927520" y="1920600"/>
            <a:ext cx="6336000" cy="308772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7" name="MIO_AGENDA_LAST_SLIDE" hidden="1"/>
          <p:cNvSpPr/>
          <p:nvPr/>
        </p:nvSpPr>
        <p:spPr>
          <a:xfrm>
            <a:off x="11833200" y="116640"/>
            <a:ext cx="215280" cy="21528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8" name="MIO_AGENDA_IGNORE_NAVIGATION" hidden="1"/>
          <p:cNvSpPr/>
          <p:nvPr/>
        </p:nvSpPr>
        <p:spPr>
          <a:xfrm>
            <a:off x="11833200" y="116640"/>
            <a:ext cx="215280" cy="21528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9" name="MIO_AGENDA_IGNORE_CHAPTER_REFERENCE" hidden="1"/>
          <p:cNvSpPr/>
          <p:nvPr/>
        </p:nvSpPr>
        <p:spPr>
          <a:xfrm>
            <a:off x="11833200" y="116640"/>
            <a:ext cx="215280" cy="21528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dt" idx="4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5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sldNum" idx="6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360" rIns="72000" bIns="360" anchor="ctr">
            <a:noAutofit/>
          </a:bodyPr>
          <a:lstStyle/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  <p:pic>
        <p:nvPicPr>
          <p:cNvPr id="24" name="LOGO"/>
          <p:cNvPicPr/>
          <p:nvPr/>
        </p:nvPicPr>
        <p:blipFill>
          <a:blip r:embed="rId2"/>
          <a:stretch/>
        </p:blipFill>
        <p:spPr>
          <a:xfrm>
            <a:off x="4566600" y="2756160"/>
            <a:ext cx="3076920" cy="1345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esentation title 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0" rIns="72000" bIns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6" name="Fixed Page Placeholder"/>
          <p:cNvSpPr/>
          <p:nvPr/>
        </p:nvSpPr>
        <p:spPr>
          <a:xfrm>
            <a:off x="11471400" y="6489360"/>
            <a:ext cx="38340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576000">
              <a:lnSpc>
                <a:spcPct val="100000"/>
              </a:lnSpc>
              <a:tabLst>
                <a:tab pos="0" algn="l"/>
              </a:tabLst>
            </a:pPr>
            <a:fld id="{249327A0-B796-4435-B5BE-F63BD4D28449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‹#›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672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LOGO PROTECTION" hidden="1"/>
          <p:cNvSpPr/>
          <p:nvPr/>
        </p:nvSpPr>
        <p:spPr>
          <a:xfrm>
            <a:off x="9624240" y="5337360"/>
            <a:ext cx="2059920" cy="111528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9" name="Background White"/>
          <p:cNvSpPr/>
          <p:nvPr/>
        </p:nvSpPr>
        <p:spPr>
          <a:xfrm>
            <a:off x="0" y="0"/>
            <a:ext cx="12192480" cy="685728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120" tIns="96120" rIns="96120" bIns="9612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213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5204520" cy="6857280"/>
          </a:xfrm>
          <a:prstGeom prst="rect">
            <a:avLst/>
          </a:prstGeom>
          <a:blipFill rotWithShape="0">
            <a:blip r:embed="rId3"/>
            <a:stretch/>
          </a:blipFill>
          <a:ln w="0">
            <a:noFill/>
          </a:ln>
        </p:spPr>
        <p:txBody>
          <a:bodyPr lIns="90000" tIns="2700000" rIns="90000" bIns="4500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icon to add picture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title"/>
          </p:nvPr>
        </p:nvSpPr>
        <p:spPr>
          <a:xfrm>
            <a:off x="5808600" y="1757160"/>
            <a:ext cx="5759280" cy="167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indent="0" defTabSz="57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Please type in title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empower_classification_attention_placeholder" hidden="1"/>
          <p:cNvSpPr/>
          <p:nvPr/>
        </p:nvSpPr>
        <p:spPr>
          <a:xfrm>
            <a:off x="5808600" y="6501600"/>
            <a:ext cx="1367640" cy="288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empower_classification_placeholder"/>
          <p:cNvSpPr/>
          <p:nvPr/>
        </p:nvSpPr>
        <p:spPr>
          <a:xfrm>
            <a:off x="5808600" y="6501600"/>
            <a:ext cx="1367280" cy="288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empower_document_placeholder" hidden="1"/>
          <p:cNvSpPr/>
          <p:nvPr/>
        </p:nvSpPr>
        <p:spPr>
          <a:xfrm>
            <a:off x="8328600" y="6501600"/>
            <a:ext cx="3239280" cy="288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empower_draft_placeholder" hidden="1"/>
          <p:cNvSpPr/>
          <p:nvPr/>
        </p:nvSpPr>
        <p:spPr>
          <a:xfrm>
            <a:off x="7464600" y="6501240"/>
            <a:ext cx="575280" cy="2872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MIO_AGENDA_IGNORE_NAVIGATION" hidden="1"/>
          <p:cNvSpPr/>
          <p:nvPr/>
        </p:nvSpPr>
        <p:spPr>
          <a:xfrm>
            <a:off x="11833200" y="116640"/>
            <a:ext cx="215280" cy="21528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37" name="MIO_AGENDA_IGNORE_CHAPTER_REFERENCE" hidden="1"/>
          <p:cNvSpPr/>
          <p:nvPr/>
        </p:nvSpPr>
        <p:spPr>
          <a:xfrm>
            <a:off x="11833200" y="116640"/>
            <a:ext cx="215280" cy="21528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7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8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0" name="PlaceHolder 5"/>
          <p:cNvSpPr>
            <a:spLocks noGrp="1"/>
          </p:cNvSpPr>
          <p:nvPr>
            <p:ph type="sldNum" idx="9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360" rIns="72000" bIns="360" anchor="ctr">
            <a:noAutofit/>
          </a:bodyPr>
          <a:lstStyle/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  <p:pic>
        <p:nvPicPr>
          <p:cNvPr id="42" name="LOGO"/>
          <p:cNvPicPr/>
          <p:nvPr/>
        </p:nvPicPr>
        <p:blipFill>
          <a:blip r:embed="rId2"/>
          <a:stretch/>
        </p:blipFill>
        <p:spPr>
          <a:xfrm>
            <a:off x="9738360" y="5453280"/>
            <a:ext cx="1829520" cy="799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esentation title 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0" rIns="72000" bIns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44" name="Fixed Page Placeholder"/>
          <p:cNvSpPr/>
          <p:nvPr/>
        </p:nvSpPr>
        <p:spPr>
          <a:xfrm>
            <a:off x="11471400" y="6489360"/>
            <a:ext cx="38340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576000">
              <a:lnSpc>
                <a:spcPct val="100000"/>
              </a:lnSpc>
              <a:tabLst>
                <a:tab pos="0" algn="l"/>
              </a:tabLst>
            </a:pPr>
            <a:fld id="{6B4FAA33-A3EF-4D75-A659-D17A3B1C478C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‹#›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672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LOGO PROTECTION" hidden="1"/>
          <p:cNvSpPr/>
          <p:nvPr/>
        </p:nvSpPr>
        <p:spPr>
          <a:xfrm>
            <a:off x="9624240" y="5337360"/>
            <a:ext cx="2059920" cy="111528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47" name="Background White"/>
          <p:cNvSpPr/>
          <p:nvPr/>
        </p:nvSpPr>
        <p:spPr>
          <a:xfrm>
            <a:off x="0" y="0"/>
            <a:ext cx="12192480" cy="685728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120" tIns="96120" rIns="96120" bIns="9612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213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48" name="Crystal Shape"/>
          <p:cNvSpPr/>
          <p:nvPr/>
        </p:nvSpPr>
        <p:spPr>
          <a:xfrm>
            <a:off x="0" y="0"/>
            <a:ext cx="12191400" cy="393156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3931560"/>
              <a:gd name="textAreaBottom" fmla="*/ 3932280 h 3931560"/>
              <a:gd name="GluePoint1X" fmla="*/ 0 w 12191999"/>
              <a:gd name="GluePoint1Y" fmla="*/ 0 h 3932241"/>
              <a:gd name="GluePoint2X" fmla="*/ 12191999 w 12191999"/>
              <a:gd name="GluePoint2Y" fmla="*/ 0 h 3932241"/>
              <a:gd name="GluePoint3X" fmla="*/ 12191999 w 12191999"/>
              <a:gd name="GluePoint3Y" fmla="*/ 3726156 h 3932241"/>
              <a:gd name="GluePoint4X" fmla="*/ 3063660 w 12191999"/>
              <a:gd name="GluePoint4Y" fmla="*/ 2179105 h 3932241"/>
              <a:gd name="GluePoint5X" fmla="*/ 387 w 12191999"/>
              <a:gd name="GluePoint5Y" fmla="*/ 3726157 h 3932241"/>
              <a:gd name="GluePoint6X" fmla="*/ 387 w 12191999"/>
              <a:gd name="GluePoint6Y" fmla="*/ 3932241 h 3932241"/>
              <a:gd name="GluePoint7X" fmla="*/ 0 w 12191999"/>
              <a:gd name="GluePoint7Y" fmla="*/ 3932241 h 393224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23880" y="4161600"/>
            <a:ext cx="8279280" cy="111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indent="0" defTabSz="57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Please type in title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empower_classification_attention_placeholder" hidden="1"/>
          <p:cNvSpPr/>
          <p:nvPr/>
        </p:nvSpPr>
        <p:spPr>
          <a:xfrm>
            <a:off x="5411880" y="6501600"/>
            <a:ext cx="1367640" cy="288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empower_classification_placeholder"/>
          <p:cNvSpPr/>
          <p:nvPr/>
        </p:nvSpPr>
        <p:spPr>
          <a:xfrm>
            <a:off x="5411880" y="6501600"/>
            <a:ext cx="1367280" cy="288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empower_document_placeholder" hidden="1"/>
          <p:cNvSpPr/>
          <p:nvPr/>
        </p:nvSpPr>
        <p:spPr>
          <a:xfrm>
            <a:off x="623880" y="6501600"/>
            <a:ext cx="3239280" cy="288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empower_draft_placeholder" hidden="1"/>
          <p:cNvSpPr/>
          <p:nvPr/>
        </p:nvSpPr>
        <p:spPr>
          <a:xfrm>
            <a:off x="4349880" y="6501240"/>
            <a:ext cx="575280" cy="2872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MIO_AGENDA_IGNORE_NAVIGATION" hidden="1"/>
          <p:cNvSpPr/>
          <p:nvPr/>
        </p:nvSpPr>
        <p:spPr>
          <a:xfrm>
            <a:off x="11833200" y="116640"/>
            <a:ext cx="215280" cy="21528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55" name="MIO_AGENDA_IGNORE_CHAPTER_REFERENCE" hidden="1"/>
          <p:cNvSpPr/>
          <p:nvPr/>
        </p:nvSpPr>
        <p:spPr>
          <a:xfrm>
            <a:off x="11833200" y="116640"/>
            <a:ext cx="215280" cy="21528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10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11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sldNum" idx="12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360" rIns="72000" bIns="360" anchor="ctr">
            <a:noAutofit/>
          </a:bodyPr>
          <a:lstStyle/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  <p:pic>
        <p:nvPicPr>
          <p:cNvPr id="60" name="LOGO"/>
          <p:cNvPicPr/>
          <p:nvPr/>
        </p:nvPicPr>
        <p:blipFill>
          <a:blip r:embed="rId2"/>
          <a:stretch/>
        </p:blipFill>
        <p:spPr>
          <a:xfrm>
            <a:off x="9738360" y="5453280"/>
            <a:ext cx="1829520" cy="799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0" rIns="72000" bIns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62" name="Fixed Page Placeholder"/>
          <p:cNvSpPr/>
          <p:nvPr/>
        </p:nvSpPr>
        <p:spPr>
          <a:xfrm>
            <a:off x="11471400" y="6489360"/>
            <a:ext cx="38340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576000">
              <a:lnSpc>
                <a:spcPct val="100000"/>
              </a:lnSpc>
              <a:tabLst>
                <a:tab pos="0" algn="l"/>
              </a:tabLst>
            </a:pPr>
            <a:fld id="{6770869E-E1C7-470E-982C-BB3BF46A3792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‹#›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672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empower_additionalText_placeholder" hidden="1"/>
          <p:cNvSpPr/>
          <p:nvPr/>
        </p:nvSpPr>
        <p:spPr>
          <a:xfrm>
            <a:off x="2531880" y="6489360"/>
            <a:ext cx="172728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endParaRPr lang="en-US" sz="800" b="1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65" name="empower_document_placeholder" hidden="1"/>
          <p:cNvSpPr/>
          <p:nvPr/>
        </p:nvSpPr>
        <p:spPr>
          <a:xfrm rot="16200000">
            <a:off x="10757880" y="4960800"/>
            <a:ext cx="2591280" cy="2502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empower_proprietary_placeholder" hidden="1"/>
          <p:cNvSpPr/>
          <p:nvPr/>
        </p:nvSpPr>
        <p:spPr>
          <a:xfrm>
            <a:off x="9444600" y="6489360"/>
            <a:ext cx="97128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Infineon Proprietary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empower_draft_placeholder" hidden="1"/>
          <p:cNvSpPr/>
          <p:nvPr/>
        </p:nvSpPr>
        <p:spPr>
          <a:xfrm>
            <a:off x="8761320" y="6489360"/>
            <a:ext cx="35964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empower_footer_placeholder"/>
          <p:cNvSpPr/>
          <p:nvPr/>
        </p:nvSpPr>
        <p:spPr>
          <a:xfrm>
            <a:off x="4547880" y="6489360"/>
            <a:ext cx="309564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Copyright © Infineon Technologies AG 2025. 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empower_classification_attention_placeholder" hidden="1"/>
          <p:cNvSpPr/>
          <p:nvPr/>
        </p:nvSpPr>
        <p:spPr>
          <a:xfrm>
            <a:off x="1238040" y="6489720"/>
            <a:ext cx="97128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empower_classification_placeholder"/>
          <p:cNvSpPr/>
          <p:nvPr/>
        </p:nvSpPr>
        <p:spPr>
          <a:xfrm>
            <a:off x="1238040" y="6489720"/>
            <a:ext cx="97236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empower_date_placeholder"/>
          <p:cNvSpPr/>
          <p:nvPr/>
        </p:nvSpPr>
        <p:spPr>
          <a:xfrm>
            <a:off x="334800" y="6489360"/>
            <a:ext cx="61128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2025-07-03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360" cy="71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10800" anchor="b">
            <a:noAutofit/>
          </a:bodyPr>
          <a:lstStyle/>
          <a:p>
            <a:pPr indent="0" defTabSz="57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Click to edit title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LOGO PROTECTION" hidden="1"/>
          <p:cNvSpPr/>
          <p:nvPr/>
        </p:nvSpPr>
        <p:spPr>
          <a:xfrm>
            <a:off x="10131120" y="0"/>
            <a:ext cx="2059920" cy="83592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dt" idx="13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ftr" idx="14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6" name="PlaceHolder 4"/>
          <p:cNvSpPr>
            <a:spLocks noGrp="1"/>
          </p:cNvSpPr>
          <p:nvPr>
            <p:ph type="sldNum" idx="15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360" rIns="72000" bIns="360" anchor="ctr">
            <a:noAutofit/>
          </a:bodyPr>
          <a:lstStyle/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|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0" rIns="72000" bIns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79" name="Fixed Page Placeholder"/>
          <p:cNvSpPr/>
          <p:nvPr/>
        </p:nvSpPr>
        <p:spPr>
          <a:xfrm>
            <a:off x="11471400" y="6489360"/>
            <a:ext cx="38340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576000">
              <a:lnSpc>
                <a:spcPct val="100000"/>
              </a:lnSpc>
              <a:tabLst>
                <a:tab pos="0" algn="l"/>
              </a:tabLst>
            </a:pPr>
            <a:fld id="{ADA29995-D9DA-409F-ADF8-79317DA92291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‹#›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672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empower_additionalText_placeholder" hidden="1"/>
          <p:cNvSpPr/>
          <p:nvPr/>
        </p:nvSpPr>
        <p:spPr>
          <a:xfrm>
            <a:off x="2531880" y="6489720"/>
            <a:ext cx="172728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endParaRPr lang="en-US" sz="800" b="1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82" name="empower_document_placeholder" hidden="1"/>
          <p:cNvSpPr/>
          <p:nvPr/>
        </p:nvSpPr>
        <p:spPr>
          <a:xfrm rot="16200000">
            <a:off x="10757880" y="4960800"/>
            <a:ext cx="2591280" cy="2502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empower_proprietary_placeholder" hidden="1"/>
          <p:cNvSpPr/>
          <p:nvPr/>
        </p:nvSpPr>
        <p:spPr>
          <a:xfrm>
            <a:off x="9444600" y="6489720"/>
            <a:ext cx="97128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Infineon Proprietary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empower_draft_placeholder" hidden="1"/>
          <p:cNvSpPr/>
          <p:nvPr/>
        </p:nvSpPr>
        <p:spPr>
          <a:xfrm>
            <a:off x="8761320" y="6489720"/>
            <a:ext cx="35964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empower_footer_placeholder"/>
          <p:cNvSpPr/>
          <p:nvPr/>
        </p:nvSpPr>
        <p:spPr>
          <a:xfrm>
            <a:off x="4547880" y="6489720"/>
            <a:ext cx="309564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Copyright © Infineon Technologies AG 2025. 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empower_classification_attention_placeholder" hidden="1"/>
          <p:cNvSpPr/>
          <p:nvPr/>
        </p:nvSpPr>
        <p:spPr>
          <a:xfrm>
            <a:off x="1238040" y="6489720"/>
            <a:ext cx="97128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empower_classification_placeholder"/>
          <p:cNvSpPr/>
          <p:nvPr/>
        </p:nvSpPr>
        <p:spPr>
          <a:xfrm>
            <a:off x="1238040" y="6489720"/>
            <a:ext cx="97236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empower_date_placeholder"/>
          <p:cNvSpPr/>
          <p:nvPr/>
        </p:nvSpPr>
        <p:spPr>
          <a:xfrm>
            <a:off x="334800" y="6489720"/>
            <a:ext cx="61128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2025-07-03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body"/>
          </p:nvPr>
        </p:nvSpPr>
        <p:spPr>
          <a:xfrm>
            <a:off x="334800" y="1268280"/>
            <a:ext cx="1151928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360" cy="71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10800" anchor="b">
            <a:noAutofit/>
          </a:bodyPr>
          <a:lstStyle/>
          <a:p>
            <a:pPr indent="0" defTabSz="57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Click to edit title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LOGO PROTECTION" hidden="1"/>
          <p:cNvSpPr/>
          <p:nvPr/>
        </p:nvSpPr>
        <p:spPr>
          <a:xfrm>
            <a:off x="10131120" y="0"/>
            <a:ext cx="2059920" cy="83592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dt" idx="16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ftr" idx="17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4" name="PlaceHolder 5"/>
          <p:cNvSpPr>
            <a:spLocks noGrp="1"/>
          </p:cNvSpPr>
          <p:nvPr>
            <p:ph type="sldNum" idx="18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360" rIns="72000" bIns="360" anchor="ctr">
            <a:noAutofit/>
          </a:bodyPr>
          <a:lstStyle/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0" rIns="72000" bIns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97" name="Fixed Page Placeholder"/>
          <p:cNvSpPr/>
          <p:nvPr/>
        </p:nvSpPr>
        <p:spPr>
          <a:xfrm>
            <a:off x="11471400" y="6489360"/>
            <a:ext cx="38340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576000">
              <a:lnSpc>
                <a:spcPct val="100000"/>
              </a:lnSpc>
              <a:tabLst>
                <a:tab pos="0" algn="l"/>
              </a:tabLst>
            </a:pPr>
            <a:fld id="{E6D7271B-6D30-40AF-A2D3-9CD337659E5B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‹#›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672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empower_additionalText_placeholder" hidden="1"/>
          <p:cNvSpPr/>
          <p:nvPr/>
        </p:nvSpPr>
        <p:spPr>
          <a:xfrm>
            <a:off x="2531880" y="6489720"/>
            <a:ext cx="172728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endParaRPr lang="en-US" sz="800" b="1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00" name="empower_document_placeholder" hidden="1"/>
          <p:cNvSpPr/>
          <p:nvPr/>
        </p:nvSpPr>
        <p:spPr>
          <a:xfrm rot="16200000">
            <a:off x="10757880" y="4960800"/>
            <a:ext cx="2591280" cy="2502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empower_proprietary_placeholder" hidden="1"/>
          <p:cNvSpPr/>
          <p:nvPr/>
        </p:nvSpPr>
        <p:spPr>
          <a:xfrm>
            <a:off x="9444600" y="6489720"/>
            <a:ext cx="97128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Infineon Proprietary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empower_draft_placeholder" hidden="1"/>
          <p:cNvSpPr/>
          <p:nvPr/>
        </p:nvSpPr>
        <p:spPr>
          <a:xfrm>
            <a:off x="8761320" y="6489720"/>
            <a:ext cx="35964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empower_footer_placeholder"/>
          <p:cNvSpPr/>
          <p:nvPr/>
        </p:nvSpPr>
        <p:spPr>
          <a:xfrm>
            <a:off x="4547880" y="6489720"/>
            <a:ext cx="309564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Copyright © Infineon Technologies AG 2025. 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empower_classification_attention_placeholder" hidden="1"/>
          <p:cNvSpPr/>
          <p:nvPr/>
        </p:nvSpPr>
        <p:spPr>
          <a:xfrm>
            <a:off x="1238040" y="6489720"/>
            <a:ext cx="97128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empower_classification_placeholder"/>
          <p:cNvSpPr/>
          <p:nvPr/>
        </p:nvSpPr>
        <p:spPr>
          <a:xfrm>
            <a:off x="1238040" y="6489720"/>
            <a:ext cx="97236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empower_date_placeholder"/>
          <p:cNvSpPr/>
          <p:nvPr/>
        </p:nvSpPr>
        <p:spPr>
          <a:xfrm>
            <a:off x="334800" y="6489720"/>
            <a:ext cx="61128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2025-07-03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body"/>
          </p:nvPr>
        </p:nvSpPr>
        <p:spPr>
          <a:xfrm>
            <a:off x="334800" y="1268280"/>
            <a:ext cx="568728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167520" y="1268280"/>
            <a:ext cx="568836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360" cy="71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10800" anchor="b">
            <a:noAutofit/>
          </a:bodyPr>
          <a:lstStyle/>
          <a:p>
            <a:pPr indent="0" defTabSz="57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Click to edit title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LOGO PROTECTION" hidden="1"/>
          <p:cNvSpPr/>
          <p:nvPr/>
        </p:nvSpPr>
        <p:spPr>
          <a:xfrm>
            <a:off x="10131120" y="0"/>
            <a:ext cx="2059920" cy="83592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dt" idx="19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 type="ftr" idx="20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13" name="PlaceHolder 6"/>
          <p:cNvSpPr>
            <a:spLocks noGrp="1"/>
          </p:cNvSpPr>
          <p:nvPr>
            <p:ph type="sldNum" idx="21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360" rIns="72000" bIns="360" anchor="ctr">
            <a:noAutofit/>
          </a:bodyPr>
          <a:lstStyle/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0" rIns="72000" bIns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16" name="Fixed Page Placeholder"/>
          <p:cNvSpPr/>
          <p:nvPr/>
        </p:nvSpPr>
        <p:spPr>
          <a:xfrm>
            <a:off x="11471400" y="6489360"/>
            <a:ext cx="38340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576000">
              <a:lnSpc>
                <a:spcPct val="100000"/>
              </a:lnSpc>
              <a:tabLst>
                <a:tab pos="0" algn="l"/>
              </a:tabLst>
            </a:pPr>
            <a:fld id="{400D2D5C-EE76-4358-95DE-24435F34E1C2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‹#›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672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Background White"/>
          <p:cNvSpPr/>
          <p:nvPr/>
        </p:nvSpPr>
        <p:spPr>
          <a:xfrm>
            <a:off x="0" y="810000"/>
            <a:ext cx="12191400" cy="604728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120" tIns="96120" rIns="96120" bIns="9612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213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19" name="Crystal Shape"/>
          <p:cNvSpPr/>
          <p:nvPr/>
        </p:nvSpPr>
        <p:spPr>
          <a:xfrm rot="5400000">
            <a:off x="1207800" y="-1233720"/>
            <a:ext cx="6877800" cy="9329760"/>
          </a:xfrm>
          <a:custGeom>
            <a:avLst/>
            <a:gdLst>
              <a:gd name="textAreaLeft" fmla="*/ 0 w 6877800"/>
              <a:gd name="textAreaRight" fmla="*/ 6878520 w 6877800"/>
              <a:gd name="textAreaTop" fmla="*/ 0 h 9329760"/>
              <a:gd name="textAreaBottom" fmla="*/ 9330480 h 9329760"/>
              <a:gd name="GluePoint1X" fmla="*/ 8092 w 6878637"/>
              <a:gd name="GluePoint1Y" fmla="*/ 727877 h 9330464"/>
              <a:gd name="GluePoint2X" fmla="*/ 1734388 w 6878637"/>
              <a:gd name="GluePoint2Y" fmla="*/ 0 h 9330464"/>
              <a:gd name="GluePoint3X" fmla="*/ 6878635 w 6878637"/>
              <a:gd name="GluePoint3Y" fmla="*/ 1136853 h 9330464"/>
              <a:gd name="GluePoint4X" fmla="*/ 6878637 w 6878637"/>
              <a:gd name="GluePoint4Y" fmla="*/ 9322375 h 9330464"/>
              <a:gd name="GluePoint5X" fmla="*/ 0 w 6878637"/>
              <a:gd name="GluePoint5Y" fmla="*/ 9330464 h 9330464"/>
              <a:gd name="GluePoint6X" fmla="*/ 8092 w 6878637"/>
              <a:gd name="GluePoint6Y" fmla="*/ 727877 h 933046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335520" y="2134800"/>
            <a:ext cx="8136720" cy="68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defTabSz="57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Click to enter Section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LOGO PROTECTION" hidden="1"/>
          <p:cNvSpPr/>
          <p:nvPr/>
        </p:nvSpPr>
        <p:spPr>
          <a:xfrm>
            <a:off x="10131120" y="0"/>
            <a:ext cx="2059920" cy="83592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22" name="MIO_AGENDA_IGNORE_NAVIGATION" hidden="1"/>
          <p:cNvSpPr/>
          <p:nvPr/>
        </p:nvSpPr>
        <p:spPr>
          <a:xfrm>
            <a:off x="11833200" y="116640"/>
            <a:ext cx="215280" cy="21528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23" name="MIO_AGENDA_IGNORE_CHAPTER_REFERENCE" hidden="1"/>
          <p:cNvSpPr/>
          <p:nvPr/>
        </p:nvSpPr>
        <p:spPr>
          <a:xfrm>
            <a:off x="11833200" y="116640"/>
            <a:ext cx="215280" cy="21528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dt" idx="22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ftr" idx="23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26" name="PlaceHolder 4"/>
          <p:cNvSpPr>
            <a:spLocks noGrp="1"/>
          </p:cNvSpPr>
          <p:nvPr>
            <p:ph type="sldNum" idx="24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360" rIns="72000" bIns="360" anchor="ctr">
            <a:noAutofit/>
          </a:bodyPr>
          <a:lstStyle/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0" rIns="72000" bIns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29" name="Fixed Page Placeholder"/>
          <p:cNvSpPr/>
          <p:nvPr/>
        </p:nvSpPr>
        <p:spPr>
          <a:xfrm>
            <a:off x="11471400" y="6489360"/>
            <a:ext cx="38340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576000">
              <a:lnSpc>
                <a:spcPct val="100000"/>
              </a:lnSpc>
              <a:tabLst>
                <a:tab pos="0" algn="l"/>
              </a:tabLst>
            </a:pPr>
            <a:fld id="{29E6169B-6CAA-4488-BA2B-24E3EFBBC742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‹#›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672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Background White"/>
          <p:cNvSpPr/>
          <p:nvPr/>
        </p:nvSpPr>
        <p:spPr>
          <a:xfrm>
            <a:off x="0" y="810000"/>
            <a:ext cx="12191400" cy="604728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120" tIns="96120" rIns="96120" bIns="9612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213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32" name="Crystal Shape"/>
          <p:cNvSpPr/>
          <p:nvPr/>
        </p:nvSpPr>
        <p:spPr>
          <a:xfrm rot="16200000">
            <a:off x="6865920" y="1532880"/>
            <a:ext cx="6857280" cy="3792600"/>
          </a:xfrm>
          <a:custGeom>
            <a:avLst/>
            <a:gdLst>
              <a:gd name="textAreaLeft" fmla="*/ 0 w 6857280"/>
              <a:gd name="textAreaRight" fmla="*/ 6858000 w 6857280"/>
              <a:gd name="textAreaTop" fmla="*/ 0 h 3792600"/>
              <a:gd name="textAreaBottom" fmla="*/ 3793320 h 3792600"/>
              <a:gd name="GluePoint1X" fmla="*/ 6857999 w 6857999"/>
              <a:gd name="GluePoint1Y" fmla="*/ 1129077 h 3793483"/>
              <a:gd name="GluePoint2X" fmla="*/ 6857999 w 6857999"/>
              <a:gd name="GluePoint2Y" fmla="*/ 3792536 h 3793483"/>
              <a:gd name="GluePoint3X" fmla="*/ 0 w 6857999"/>
              <a:gd name="GluePoint3Y" fmla="*/ 3793483 h 3793483"/>
              <a:gd name="GluePoint4X" fmla="*/ 0 w 6857999"/>
              <a:gd name="GluePoint4Y" fmla="*/ 729579 h 3793483"/>
              <a:gd name="GluePoint5X" fmla="*/ 1748945 w 6857999"/>
              <a:gd name="GluePoint5Y" fmla="*/ 0 h 379348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335520" y="2134800"/>
            <a:ext cx="8136720" cy="68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defTabSz="57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Click to enter Section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MIO_AGENDA_IGNORE_NAVIGATION" hidden="1"/>
          <p:cNvSpPr/>
          <p:nvPr/>
        </p:nvSpPr>
        <p:spPr>
          <a:xfrm>
            <a:off x="11833200" y="116640"/>
            <a:ext cx="215280" cy="21528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35" name="MIO_AGENDA_IGNORE_CHAPTER_REFERENCE" hidden="1"/>
          <p:cNvSpPr/>
          <p:nvPr/>
        </p:nvSpPr>
        <p:spPr>
          <a:xfrm>
            <a:off x="11833200" y="116640"/>
            <a:ext cx="215280" cy="21528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dt" idx="25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ftr" idx="26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8" name="PlaceHolder 4"/>
          <p:cNvSpPr>
            <a:spLocks noGrp="1"/>
          </p:cNvSpPr>
          <p:nvPr>
            <p:ph type="sldNum" idx="27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9" name="LOGO"/>
          <p:cNvPicPr/>
          <p:nvPr/>
        </p:nvPicPr>
        <p:blipFill>
          <a:blip r:embed="rId3"/>
          <a:stretch/>
        </p:blipFill>
        <p:spPr>
          <a:xfrm>
            <a:off x="10658880" y="193680"/>
            <a:ext cx="1206720" cy="527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4 content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0" rIns="72000" bIns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41" name="Fixed Page Placeholder"/>
          <p:cNvSpPr/>
          <p:nvPr/>
        </p:nvSpPr>
        <p:spPr>
          <a:xfrm>
            <a:off x="11471400" y="6489360"/>
            <a:ext cx="38340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576000">
              <a:lnSpc>
                <a:spcPct val="100000"/>
              </a:lnSpc>
              <a:tabLst>
                <a:tab pos="0" algn="l"/>
              </a:tabLst>
            </a:pPr>
            <a:fld id="{5A5BACA3-8E25-4D1C-9D26-88E924E0ACF3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‹#›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672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empower_additionalText_placeholder" hidden="1"/>
          <p:cNvSpPr/>
          <p:nvPr/>
        </p:nvSpPr>
        <p:spPr>
          <a:xfrm>
            <a:off x="2531880" y="6489360"/>
            <a:ext cx="172728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endParaRPr lang="en-US" sz="800" b="1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44" name="empower_document_placeholder" hidden="1"/>
          <p:cNvSpPr/>
          <p:nvPr/>
        </p:nvSpPr>
        <p:spPr>
          <a:xfrm rot="16200000">
            <a:off x="10757880" y="4960800"/>
            <a:ext cx="2591280" cy="2502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empower_proprietary_placeholder" hidden="1"/>
          <p:cNvSpPr/>
          <p:nvPr/>
        </p:nvSpPr>
        <p:spPr>
          <a:xfrm>
            <a:off x="9444600" y="6489360"/>
            <a:ext cx="97128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Infineon Proprietary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empower_draft_placeholder" hidden="1"/>
          <p:cNvSpPr/>
          <p:nvPr/>
        </p:nvSpPr>
        <p:spPr>
          <a:xfrm>
            <a:off x="8761320" y="6489360"/>
            <a:ext cx="35964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empower_footer_placeholder"/>
          <p:cNvSpPr/>
          <p:nvPr/>
        </p:nvSpPr>
        <p:spPr>
          <a:xfrm>
            <a:off x="4547880" y="6489360"/>
            <a:ext cx="309564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Copyright © Infineon Technologies AG 2025. 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empower_classification_attention_placeholder" hidden="1"/>
          <p:cNvSpPr/>
          <p:nvPr/>
        </p:nvSpPr>
        <p:spPr>
          <a:xfrm>
            <a:off x="1238040" y="6489360"/>
            <a:ext cx="97128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empower_classification_placeholder"/>
          <p:cNvSpPr/>
          <p:nvPr/>
        </p:nvSpPr>
        <p:spPr>
          <a:xfrm>
            <a:off x="1238040" y="6489360"/>
            <a:ext cx="97236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empower_date_placeholder"/>
          <p:cNvSpPr/>
          <p:nvPr/>
        </p:nvSpPr>
        <p:spPr>
          <a:xfrm>
            <a:off x="334800" y="6489360"/>
            <a:ext cx="61128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2025-07-03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1"/>
          <p:cNvSpPr>
            <a:spLocks noGrp="1"/>
          </p:cNvSpPr>
          <p:nvPr>
            <p:ph type="body"/>
          </p:nvPr>
        </p:nvSpPr>
        <p:spPr>
          <a:xfrm>
            <a:off x="334800" y="1268280"/>
            <a:ext cx="5687280" cy="233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166800" y="1268280"/>
            <a:ext cx="5687280" cy="233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body"/>
          </p:nvPr>
        </p:nvSpPr>
        <p:spPr>
          <a:xfrm>
            <a:off x="334800" y="3860640"/>
            <a:ext cx="5687280" cy="252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body"/>
          </p:nvPr>
        </p:nvSpPr>
        <p:spPr>
          <a:xfrm>
            <a:off x="6166800" y="3860640"/>
            <a:ext cx="5687280" cy="252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5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360" cy="71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10800" anchor="b">
            <a:noAutofit/>
          </a:bodyPr>
          <a:lstStyle/>
          <a:p>
            <a:pPr indent="0" defTabSz="57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Click to edit title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LOGO PROTECTION" hidden="1"/>
          <p:cNvSpPr/>
          <p:nvPr/>
        </p:nvSpPr>
        <p:spPr>
          <a:xfrm>
            <a:off x="10131120" y="0"/>
            <a:ext cx="2059920" cy="83592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57" name="PlaceHolder 6"/>
          <p:cNvSpPr>
            <a:spLocks noGrp="1"/>
          </p:cNvSpPr>
          <p:nvPr>
            <p:ph type="dt" idx="28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PlaceHolder 7"/>
          <p:cNvSpPr>
            <a:spLocks noGrp="1"/>
          </p:cNvSpPr>
          <p:nvPr>
            <p:ph type="ftr" idx="29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9" name="PlaceHolder 8"/>
          <p:cNvSpPr>
            <a:spLocks noGrp="1"/>
          </p:cNvSpPr>
          <p:nvPr>
            <p:ph type="sldNum" idx="30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360" rIns="72000" bIns="360" anchor="ctr">
            <a:noAutofit/>
          </a:bodyPr>
          <a:lstStyle/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esentation title 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0" rIns="72000" bIns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62" name="Fixed Page Placeholder"/>
          <p:cNvSpPr/>
          <p:nvPr/>
        </p:nvSpPr>
        <p:spPr>
          <a:xfrm>
            <a:off x="11471400" y="6489360"/>
            <a:ext cx="38340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576000">
              <a:lnSpc>
                <a:spcPct val="100000"/>
              </a:lnSpc>
              <a:tabLst>
                <a:tab pos="0" algn="l"/>
              </a:tabLst>
            </a:pPr>
            <a:fld id="{2760A388-A70C-4FE9-BB17-90A6E59CEFF4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‹#›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3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672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LOGO PROTECTION" hidden="1"/>
          <p:cNvSpPr/>
          <p:nvPr/>
        </p:nvSpPr>
        <p:spPr>
          <a:xfrm>
            <a:off x="9624240" y="5337360"/>
            <a:ext cx="2059920" cy="111528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65" name="Background White"/>
          <p:cNvSpPr/>
          <p:nvPr/>
        </p:nvSpPr>
        <p:spPr>
          <a:xfrm>
            <a:off x="0" y="0"/>
            <a:ext cx="12192480" cy="685728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120" tIns="96120" rIns="96120" bIns="9612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213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6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91400" cy="3743280"/>
          </a:xfrm>
          <a:prstGeom prst="rect">
            <a:avLst/>
          </a:prstGeom>
          <a:blipFill rotWithShape="0">
            <a:blip r:embed="rId3"/>
            <a:stretch/>
          </a:blipFill>
          <a:ln w="0">
            <a:noFill/>
          </a:ln>
        </p:spPr>
        <p:txBody>
          <a:bodyPr lIns="90000" tIns="1296000" rIns="90000" bIns="4500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icon to add picture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title"/>
          </p:nvPr>
        </p:nvSpPr>
        <p:spPr>
          <a:xfrm>
            <a:off x="623880" y="4163040"/>
            <a:ext cx="8279280" cy="111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 indent="0" defTabSz="57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Please type in title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empower_classification_attention_placeholder" hidden="1"/>
          <p:cNvSpPr/>
          <p:nvPr/>
        </p:nvSpPr>
        <p:spPr>
          <a:xfrm>
            <a:off x="5411880" y="6500160"/>
            <a:ext cx="1367640" cy="288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empower_classification_placeholder"/>
          <p:cNvSpPr/>
          <p:nvPr/>
        </p:nvSpPr>
        <p:spPr>
          <a:xfrm>
            <a:off x="5411880" y="6500160"/>
            <a:ext cx="1367280" cy="288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empower_document_placeholder" hidden="1"/>
          <p:cNvSpPr/>
          <p:nvPr/>
        </p:nvSpPr>
        <p:spPr>
          <a:xfrm>
            <a:off x="623880" y="6500160"/>
            <a:ext cx="3239280" cy="288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empower_draft_placeholder" hidden="1"/>
          <p:cNvSpPr/>
          <p:nvPr/>
        </p:nvSpPr>
        <p:spPr>
          <a:xfrm>
            <a:off x="4349880" y="6501240"/>
            <a:ext cx="575280" cy="2872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MIO_AGENDA_IGNORE_NAVIGATION" hidden="1"/>
          <p:cNvSpPr/>
          <p:nvPr/>
        </p:nvSpPr>
        <p:spPr>
          <a:xfrm>
            <a:off x="11833200" y="116640"/>
            <a:ext cx="215280" cy="21528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73" name="MIO_AGENDA_IGNORE_CHAPTER_REFERENCE" hidden="1"/>
          <p:cNvSpPr/>
          <p:nvPr/>
        </p:nvSpPr>
        <p:spPr>
          <a:xfrm>
            <a:off x="11833200" y="116640"/>
            <a:ext cx="215280" cy="215280"/>
          </a:xfrm>
          <a:prstGeom prst="noSmoking">
            <a:avLst>
              <a:gd name="adj" fmla="val 18750"/>
            </a:avLst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dt" idx="31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 type="ftr" idx="32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76" name="PlaceHolder 5"/>
          <p:cNvSpPr>
            <a:spLocks noGrp="1"/>
          </p:cNvSpPr>
          <p:nvPr>
            <p:ph type="sldNum" idx="33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360" rIns="72000" bIns="360" anchor="ctr">
            <a:noAutofit/>
          </a:bodyPr>
          <a:lstStyle/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  <p:pic>
        <p:nvPicPr>
          <p:cNvPr id="178" name="LOGO"/>
          <p:cNvPicPr/>
          <p:nvPr/>
        </p:nvPicPr>
        <p:blipFill>
          <a:blip r:embed="rId2"/>
          <a:stretch/>
        </p:blipFill>
        <p:spPr>
          <a:xfrm>
            <a:off x="9738360" y="5453280"/>
            <a:ext cx="1829520" cy="799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Row | 2 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0" rIns="72000" bIns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80" name="Fixed Page Placeholder"/>
          <p:cNvSpPr/>
          <p:nvPr/>
        </p:nvSpPr>
        <p:spPr>
          <a:xfrm>
            <a:off x="11471400" y="6489360"/>
            <a:ext cx="38340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576000">
              <a:lnSpc>
                <a:spcPct val="100000"/>
              </a:lnSpc>
              <a:tabLst>
                <a:tab pos="0" algn="l"/>
              </a:tabLst>
            </a:pPr>
            <a:fld id="{1B31D735-81EE-41B4-940B-7EAEE270119E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‹#›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1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672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empower_additionalText_placeholder" hidden="1"/>
          <p:cNvSpPr/>
          <p:nvPr/>
        </p:nvSpPr>
        <p:spPr>
          <a:xfrm>
            <a:off x="2531880" y="6489360"/>
            <a:ext cx="172728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endParaRPr lang="en-US" sz="800" b="1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83" name="empower_document_placeholder" hidden="1"/>
          <p:cNvSpPr/>
          <p:nvPr/>
        </p:nvSpPr>
        <p:spPr>
          <a:xfrm rot="16200000">
            <a:off x="10757880" y="4960800"/>
            <a:ext cx="2591280" cy="2502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empower_proprietary_placeholder" hidden="1"/>
          <p:cNvSpPr/>
          <p:nvPr/>
        </p:nvSpPr>
        <p:spPr>
          <a:xfrm>
            <a:off x="9444600" y="6489360"/>
            <a:ext cx="97128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Infineon Proprietary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empower_draft_placeholder" hidden="1"/>
          <p:cNvSpPr/>
          <p:nvPr/>
        </p:nvSpPr>
        <p:spPr>
          <a:xfrm>
            <a:off x="8761320" y="6489360"/>
            <a:ext cx="35964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empower_footer_placeholder"/>
          <p:cNvSpPr/>
          <p:nvPr/>
        </p:nvSpPr>
        <p:spPr>
          <a:xfrm>
            <a:off x="4547880" y="6489360"/>
            <a:ext cx="309564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Copyright © Infineon Technologies AG 2025. 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empower_classification_attention_placeholder" hidden="1"/>
          <p:cNvSpPr/>
          <p:nvPr/>
        </p:nvSpPr>
        <p:spPr>
          <a:xfrm>
            <a:off x="1238040" y="6489360"/>
            <a:ext cx="97128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empower_classification_placeholder"/>
          <p:cNvSpPr/>
          <p:nvPr/>
        </p:nvSpPr>
        <p:spPr>
          <a:xfrm>
            <a:off x="1238040" y="6489360"/>
            <a:ext cx="97236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empower_date_placeholder"/>
          <p:cNvSpPr/>
          <p:nvPr/>
        </p:nvSpPr>
        <p:spPr>
          <a:xfrm>
            <a:off x="334800" y="6489360"/>
            <a:ext cx="61128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2025-07-03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1"/>
          <p:cNvSpPr>
            <a:spLocks noGrp="1"/>
          </p:cNvSpPr>
          <p:nvPr>
            <p:ph type="body"/>
          </p:nvPr>
        </p:nvSpPr>
        <p:spPr>
          <a:xfrm>
            <a:off x="334800" y="1268280"/>
            <a:ext cx="11519280" cy="233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334800" y="3860640"/>
            <a:ext cx="5687280" cy="252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body"/>
          </p:nvPr>
        </p:nvSpPr>
        <p:spPr>
          <a:xfrm>
            <a:off x="6166800" y="3860640"/>
            <a:ext cx="5687280" cy="252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360" cy="71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10800" anchor="b">
            <a:noAutofit/>
          </a:bodyPr>
          <a:lstStyle/>
          <a:p>
            <a:pPr indent="0" defTabSz="57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Click to edit title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LOGO PROTECTION" hidden="1"/>
          <p:cNvSpPr/>
          <p:nvPr/>
        </p:nvSpPr>
        <p:spPr>
          <a:xfrm>
            <a:off x="10131120" y="0"/>
            <a:ext cx="2059920" cy="83592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dt" idx="34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PlaceHolder 6"/>
          <p:cNvSpPr>
            <a:spLocks noGrp="1"/>
          </p:cNvSpPr>
          <p:nvPr>
            <p:ph type="ftr" idx="35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97" name="PlaceHolder 7"/>
          <p:cNvSpPr>
            <a:spLocks noGrp="1"/>
          </p:cNvSpPr>
          <p:nvPr>
            <p:ph type="sldNum" idx="36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360" rIns="72000" bIns="360" anchor="ctr">
            <a:noAutofit/>
          </a:bodyPr>
          <a:lstStyle/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Row | 2 columns | row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0" rIns="72000" bIns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00" name="Fixed Page Placeholder"/>
          <p:cNvSpPr/>
          <p:nvPr/>
        </p:nvSpPr>
        <p:spPr>
          <a:xfrm>
            <a:off x="11471400" y="6489360"/>
            <a:ext cx="38340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576000">
              <a:lnSpc>
                <a:spcPct val="100000"/>
              </a:lnSpc>
              <a:tabLst>
                <a:tab pos="0" algn="l"/>
              </a:tabLst>
            </a:pPr>
            <a:fld id="{15CDE89C-A7D6-4764-81C8-C53FAA3422FC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‹#›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1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672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empower_additionalText_placeholder" hidden="1"/>
          <p:cNvSpPr/>
          <p:nvPr/>
        </p:nvSpPr>
        <p:spPr>
          <a:xfrm>
            <a:off x="2531880" y="6489360"/>
            <a:ext cx="172728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endParaRPr lang="en-US" sz="800" b="1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03" name="empower_document_placeholder" hidden="1"/>
          <p:cNvSpPr/>
          <p:nvPr/>
        </p:nvSpPr>
        <p:spPr>
          <a:xfrm rot="16200000">
            <a:off x="10757880" y="4960800"/>
            <a:ext cx="2591280" cy="2502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empower_proprietary_placeholder" hidden="1"/>
          <p:cNvSpPr/>
          <p:nvPr/>
        </p:nvSpPr>
        <p:spPr>
          <a:xfrm>
            <a:off x="9444600" y="6489360"/>
            <a:ext cx="97128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Infineon Proprietary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empower_draft_placeholder" hidden="1"/>
          <p:cNvSpPr/>
          <p:nvPr/>
        </p:nvSpPr>
        <p:spPr>
          <a:xfrm>
            <a:off x="8761320" y="6489360"/>
            <a:ext cx="35964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empower_footer_placeholder"/>
          <p:cNvSpPr/>
          <p:nvPr/>
        </p:nvSpPr>
        <p:spPr>
          <a:xfrm>
            <a:off x="4547880" y="6489360"/>
            <a:ext cx="309564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Copyright © Infineon Technologies AG 2025. 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empower_classification_attention_placeholder" hidden="1"/>
          <p:cNvSpPr/>
          <p:nvPr/>
        </p:nvSpPr>
        <p:spPr>
          <a:xfrm>
            <a:off x="1238040" y="6489360"/>
            <a:ext cx="97128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empower_classification_placeholder"/>
          <p:cNvSpPr/>
          <p:nvPr/>
        </p:nvSpPr>
        <p:spPr>
          <a:xfrm>
            <a:off x="1238040" y="6489360"/>
            <a:ext cx="97236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empower_date_placeholder"/>
          <p:cNvSpPr/>
          <p:nvPr/>
        </p:nvSpPr>
        <p:spPr>
          <a:xfrm>
            <a:off x="334800" y="6489360"/>
            <a:ext cx="61128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2025-07-03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1"/>
          <p:cNvSpPr>
            <a:spLocks noGrp="1"/>
          </p:cNvSpPr>
          <p:nvPr>
            <p:ph type="body"/>
          </p:nvPr>
        </p:nvSpPr>
        <p:spPr>
          <a:xfrm>
            <a:off x="334440" y="1268280"/>
            <a:ext cx="11520720" cy="125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334800" y="2781000"/>
            <a:ext cx="5687280" cy="19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body"/>
          </p:nvPr>
        </p:nvSpPr>
        <p:spPr>
          <a:xfrm>
            <a:off x="6167520" y="2781000"/>
            <a:ext cx="5687280" cy="19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 type="body"/>
          </p:nvPr>
        </p:nvSpPr>
        <p:spPr>
          <a:xfrm>
            <a:off x="334440" y="5085360"/>
            <a:ext cx="11520720" cy="129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5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360" cy="71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10800" anchor="b">
            <a:noAutofit/>
          </a:bodyPr>
          <a:lstStyle/>
          <a:p>
            <a:pPr indent="0" defTabSz="57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Click to edit title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LOGO PROTECTION" hidden="1"/>
          <p:cNvSpPr/>
          <p:nvPr/>
        </p:nvSpPr>
        <p:spPr>
          <a:xfrm>
            <a:off x="10131120" y="0"/>
            <a:ext cx="2059920" cy="83592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 type="dt" idx="37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PlaceHolder 7"/>
          <p:cNvSpPr>
            <a:spLocks noGrp="1"/>
          </p:cNvSpPr>
          <p:nvPr>
            <p:ph type="ftr" idx="38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18" name="PlaceHolder 8"/>
          <p:cNvSpPr>
            <a:spLocks noGrp="1"/>
          </p:cNvSpPr>
          <p:nvPr>
            <p:ph type="sldNum" idx="39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360" rIns="72000" bIns="360" anchor="ctr">
            <a:noAutofit/>
          </a:bodyPr>
          <a:lstStyle/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3 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0" rIns="72000" bIns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21" name="Fixed Page Placeholder"/>
          <p:cNvSpPr/>
          <p:nvPr/>
        </p:nvSpPr>
        <p:spPr>
          <a:xfrm>
            <a:off x="11471400" y="6489360"/>
            <a:ext cx="38340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576000">
              <a:lnSpc>
                <a:spcPct val="100000"/>
              </a:lnSpc>
              <a:tabLst>
                <a:tab pos="0" algn="l"/>
              </a:tabLst>
            </a:pPr>
            <a:fld id="{E87C97A5-7C95-4663-9BDD-5BBF52140E62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‹#›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2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672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empower_additionalText_placeholder" hidden="1"/>
          <p:cNvSpPr/>
          <p:nvPr/>
        </p:nvSpPr>
        <p:spPr>
          <a:xfrm>
            <a:off x="2531880" y="6489720"/>
            <a:ext cx="172728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endParaRPr lang="en-US" sz="800" b="1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24" name="empower_document_placeholder" hidden="1"/>
          <p:cNvSpPr/>
          <p:nvPr/>
        </p:nvSpPr>
        <p:spPr>
          <a:xfrm rot="16200000">
            <a:off x="10757880" y="4960800"/>
            <a:ext cx="2591280" cy="2502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empower_proprietary_placeholder" hidden="1"/>
          <p:cNvSpPr/>
          <p:nvPr/>
        </p:nvSpPr>
        <p:spPr>
          <a:xfrm>
            <a:off x="9444600" y="6489720"/>
            <a:ext cx="97128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Infineon Proprietary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empower_draft_placeholder" hidden="1"/>
          <p:cNvSpPr/>
          <p:nvPr/>
        </p:nvSpPr>
        <p:spPr>
          <a:xfrm>
            <a:off x="8761320" y="6489720"/>
            <a:ext cx="35964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empower_footer_placeholder"/>
          <p:cNvSpPr/>
          <p:nvPr/>
        </p:nvSpPr>
        <p:spPr>
          <a:xfrm>
            <a:off x="4547880" y="6489720"/>
            <a:ext cx="309564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Copyright © Infineon Technologies AG 2025. 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empower_classification_attention_placeholder" hidden="1"/>
          <p:cNvSpPr/>
          <p:nvPr/>
        </p:nvSpPr>
        <p:spPr>
          <a:xfrm>
            <a:off x="1238040" y="6489720"/>
            <a:ext cx="97128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empower_classification_placeholder"/>
          <p:cNvSpPr/>
          <p:nvPr/>
        </p:nvSpPr>
        <p:spPr>
          <a:xfrm>
            <a:off x="1238040" y="6489720"/>
            <a:ext cx="97236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empower_date_placeholder"/>
          <p:cNvSpPr/>
          <p:nvPr/>
        </p:nvSpPr>
        <p:spPr>
          <a:xfrm>
            <a:off x="334800" y="6489720"/>
            <a:ext cx="61128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2025-07-03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1"/>
          <p:cNvSpPr>
            <a:spLocks noGrp="1"/>
          </p:cNvSpPr>
          <p:nvPr>
            <p:ph type="body"/>
          </p:nvPr>
        </p:nvSpPr>
        <p:spPr>
          <a:xfrm>
            <a:off x="334800" y="1268280"/>
            <a:ext cx="37436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4262400" y="1268280"/>
            <a:ext cx="367128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body"/>
          </p:nvPr>
        </p:nvSpPr>
        <p:spPr>
          <a:xfrm>
            <a:off x="8113320" y="1268280"/>
            <a:ext cx="374364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360" cy="71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10800" anchor="b">
            <a:noAutofit/>
          </a:bodyPr>
          <a:lstStyle/>
          <a:p>
            <a:pPr indent="0" defTabSz="57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Click to edit title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LOGO PROTECTION" hidden="1"/>
          <p:cNvSpPr/>
          <p:nvPr/>
        </p:nvSpPr>
        <p:spPr>
          <a:xfrm>
            <a:off x="10131120" y="0"/>
            <a:ext cx="2059920" cy="83592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36" name="PlaceHolder 5"/>
          <p:cNvSpPr>
            <a:spLocks noGrp="1"/>
          </p:cNvSpPr>
          <p:nvPr>
            <p:ph type="dt" idx="40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PlaceHolder 6"/>
          <p:cNvSpPr>
            <a:spLocks noGrp="1"/>
          </p:cNvSpPr>
          <p:nvPr>
            <p:ph type="ftr" idx="41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38" name="PlaceHolder 7"/>
          <p:cNvSpPr>
            <a:spLocks noGrp="1"/>
          </p:cNvSpPr>
          <p:nvPr>
            <p:ph type="sldNum" idx="42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360" rIns="72000" bIns="360" anchor="ctr">
            <a:noAutofit/>
          </a:bodyPr>
          <a:lstStyle/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Row | 3 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0" rIns="72000" bIns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41" name="Fixed Page Placeholder"/>
          <p:cNvSpPr/>
          <p:nvPr/>
        </p:nvSpPr>
        <p:spPr>
          <a:xfrm>
            <a:off x="11471400" y="6489360"/>
            <a:ext cx="38340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576000">
              <a:lnSpc>
                <a:spcPct val="100000"/>
              </a:lnSpc>
              <a:tabLst>
                <a:tab pos="0" algn="l"/>
              </a:tabLst>
            </a:pPr>
            <a:fld id="{26A6669D-5738-471A-B50D-3DBA99F0184E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‹#›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2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672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empower_additionalText_placeholder" hidden="1"/>
          <p:cNvSpPr/>
          <p:nvPr/>
        </p:nvSpPr>
        <p:spPr>
          <a:xfrm>
            <a:off x="2531880" y="6489360"/>
            <a:ext cx="172728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endParaRPr lang="en-US" sz="800" b="1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44" name="empower_document_placeholder" hidden="1"/>
          <p:cNvSpPr/>
          <p:nvPr/>
        </p:nvSpPr>
        <p:spPr>
          <a:xfrm rot="16200000">
            <a:off x="10757880" y="4960800"/>
            <a:ext cx="2591280" cy="2502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empower_proprietary_placeholder" hidden="1"/>
          <p:cNvSpPr/>
          <p:nvPr/>
        </p:nvSpPr>
        <p:spPr>
          <a:xfrm>
            <a:off x="9444600" y="6489360"/>
            <a:ext cx="97128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Infineon Proprietary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empower_draft_placeholder" hidden="1"/>
          <p:cNvSpPr/>
          <p:nvPr/>
        </p:nvSpPr>
        <p:spPr>
          <a:xfrm>
            <a:off x="8761320" y="6489360"/>
            <a:ext cx="35964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empower_footer_placeholder"/>
          <p:cNvSpPr/>
          <p:nvPr/>
        </p:nvSpPr>
        <p:spPr>
          <a:xfrm>
            <a:off x="4547880" y="6489360"/>
            <a:ext cx="309564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Copyright © Infineon Technologies AG 2025. 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empower_classification_attention_placeholder" hidden="1"/>
          <p:cNvSpPr/>
          <p:nvPr/>
        </p:nvSpPr>
        <p:spPr>
          <a:xfrm>
            <a:off x="1238040" y="6489360"/>
            <a:ext cx="97128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empower_classification_placeholder"/>
          <p:cNvSpPr/>
          <p:nvPr/>
        </p:nvSpPr>
        <p:spPr>
          <a:xfrm>
            <a:off x="1238040" y="6489360"/>
            <a:ext cx="97236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empower_date_placeholder"/>
          <p:cNvSpPr/>
          <p:nvPr/>
        </p:nvSpPr>
        <p:spPr>
          <a:xfrm>
            <a:off x="334800" y="6489360"/>
            <a:ext cx="61128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2025-07-03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1"/>
          <p:cNvSpPr>
            <a:spLocks noGrp="1"/>
          </p:cNvSpPr>
          <p:nvPr>
            <p:ph type="body"/>
          </p:nvPr>
        </p:nvSpPr>
        <p:spPr>
          <a:xfrm>
            <a:off x="334800" y="1268280"/>
            <a:ext cx="11520720" cy="13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334800" y="2781360"/>
            <a:ext cx="37432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body"/>
          </p:nvPr>
        </p:nvSpPr>
        <p:spPr>
          <a:xfrm>
            <a:off x="4259160" y="2781360"/>
            <a:ext cx="367272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 type="body"/>
          </p:nvPr>
        </p:nvSpPr>
        <p:spPr>
          <a:xfrm>
            <a:off x="8113320" y="2781360"/>
            <a:ext cx="374364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5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360" cy="71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10800" anchor="b">
            <a:noAutofit/>
          </a:bodyPr>
          <a:lstStyle/>
          <a:p>
            <a:pPr indent="0" defTabSz="57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Click to edit title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LOGO PROTECTION" hidden="1"/>
          <p:cNvSpPr/>
          <p:nvPr/>
        </p:nvSpPr>
        <p:spPr>
          <a:xfrm>
            <a:off x="10131120" y="0"/>
            <a:ext cx="2059920" cy="83592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57" name="PlaceHolder 6"/>
          <p:cNvSpPr>
            <a:spLocks noGrp="1"/>
          </p:cNvSpPr>
          <p:nvPr>
            <p:ph type="dt" idx="43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PlaceHolder 7"/>
          <p:cNvSpPr>
            <a:spLocks noGrp="1"/>
          </p:cNvSpPr>
          <p:nvPr>
            <p:ph type="ftr" idx="44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9" name="PlaceHolder 8"/>
          <p:cNvSpPr>
            <a:spLocks noGrp="1"/>
          </p:cNvSpPr>
          <p:nvPr>
            <p:ph type="sldNum" idx="45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360" rIns="72000" bIns="360" anchor="ctr">
            <a:noAutofit/>
          </a:bodyPr>
          <a:lstStyle/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4 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0" rIns="72000" bIns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62" name="Fixed Page Placeholder"/>
          <p:cNvSpPr/>
          <p:nvPr/>
        </p:nvSpPr>
        <p:spPr>
          <a:xfrm>
            <a:off x="11471400" y="6489360"/>
            <a:ext cx="38340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576000">
              <a:lnSpc>
                <a:spcPct val="100000"/>
              </a:lnSpc>
              <a:tabLst>
                <a:tab pos="0" algn="l"/>
              </a:tabLst>
            </a:pPr>
            <a:fld id="{66974050-5C7A-4FBB-8AB0-2CEDC66188F0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‹#›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3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672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empower_additionalText_placeholder" hidden="1"/>
          <p:cNvSpPr/>
          <p:nvPr/>
        </p:nvSpPr>
        <p:spPr>
          <a:xfrm>
            <a:off x="2531880" y="6489360"/>
            <a:ext cx="172728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endParaRPr lang="en-US" sz="800" b="1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65" name="empower_document_placeholder" hidden="1"/>
          <p:cNvSpPr/>
          <p:nvPr/>
        </p:nvSpPr>
        <p:spPr>
          <a:xfrm rot="16200000">
            <a:off x="10757880" y="4960800"/>
            <a:ext cx="2591280" cy="2502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empower_proprietary_placeholder" hidden="1"/>
          <p:cNvSpPr/>
          <p:nvPr/>
        </p:nvSpPr>
        <p:spPr>
          <a:xfrm>
            <a:off x="9444600" y="6489360"/>
            <a:ext cx="97128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Infineon Proprietary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empower_draft_placeholder" hidden="1"/>
          <p:cNvSpPr/>
          <p:nvPr/>
        </p:nvSpPr>
        <p:spPr>
          <a:xfrm>
            <a:off x="8761320" y="6489360"/>
            <a:ext cx="35964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empower_footer_placeholder"/>
          <p:cNvSpPr/>
          <p:nvPr/>
        </p:nvSpPr>
        <p:spPr>
          <a:xfrm>
            <a:off x="4547880" y="6489360"/>
            <a:ext cx="309564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Copyright © Infineon Technologies AG 2025. 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empower_classification_attention_placeholder" hidden="1"/>
          <p:cNvSpPr/>
          <p:nvPr/>
        </p:nvSpPr>
        <p:spPr>
          <a:xfrm>
            <a:off x="1238040" y="6489360"/>
            <a:ext cx="97128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empower_classification_placeholder"/>
          <p:cNvSpPr/>
          <p:nvPr/>
        </p:nvSpPr>
        <p:spPr>
          <a:xfrm>
            <a:off x="1238040" y="6489360"/>
            <a:ext cx="97236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empower_date_placeholder"/>
          <p:cNvSpPr/>
          <p:nvPr/>
        </p:nvSpPr>
        <p:spPr>
          <a:xfrm>
            <a:off x="334800" y="6489360"/>
            <a:ext cx="61128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2025-07-03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1"/>
          <p:cNvSpPr>
            <a:spLocks noGrp="1"/>
          </p:cNvSpPr>
          <p:nvPr>
            <p:ph type="body"/>
          </p:nvPr>
        </p:nvSpPr>
        <p:spPr>
          <a:xfrm>
            <a:off x="334800" y="1268280"/>
            <a:ext cx="280728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3324240" y="1268280"/>
            <a:ext cx="266328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body"/>
          </p:nvPr>
        </p:nvSpPr>
        <p:spPr>
          <a:xfrm>
            <a:off x="6203880" y="1268280"/>
            <a:ext cx="266328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 type="body"/>
          </p:nvPr>
        </p:nvSpPr>
        <p:spPr>
          <a:xfrm>
            <a:off x="9048600" y="1268280"/>
            <a:ext cx="2806920" cy="511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5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360" cy="71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10800" anchor="b">
            <a:noAutofit/>
          </a:bodyPr>
          <a:lstStyle/>
          <a:p>
            <a:pPr indent="0" defTabSz="57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Click to edit title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LOGO PROTECTION" hidden="1"/>
          <p:cNvSpPr/>
          <p:nvPr/>
        </p:nvSpPr>
        <p:spPr>
          <a:xfrm>
            <a:off x="10131120" y="0"/>
            <a:ext cx="2059920" cy="83592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78" name="PlaceHolder 6"/>
          <p:cNvSpPr>
            <a:spLocks noGrp="1"/>
          </p:cNvSpPr>
          <p:nvPr>
            <p:ph type="dt" idx="46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PlaceHolder 7"/>
          <p:cNvSpPr>
            <a:spLocks noGrp="1"/>
          </p:cNvSpPr>
          <p:nvPr>
            <p:ph type="ftr" idx="47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80" name="PlaceHolder 8"/>
          <p:cNvSpPr>
            <a:spLocks noGrp="1"/>
          </p:cNvSpPr>
          <p:nvPr>
            <p:ph type="sldNum" idx="48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360" rIns="72000" bIns="360" anchor="ctr">
            <a:noAutofit/>
          </a:bodyPr>
          <a:lstStyle/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Row | 4 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0" rIns="72000" bIns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83" name="Fixed Page Placeholder"/>
          <p:cNvSpPr/>
          <p:nvPr/>
        </p:nvSpPr>
        <p:spPr>
          <a:xfrm>
            <a:off x="11471400" y="6489360"/>
            <a:ext cx="38340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576000">
              <a:lnSpc>
                <a:spcPct val="100000"/>
              </a:lnSpc>
              <a:tabLst>
                <a:tab pos="0" algn="l"/>
              </a:tabLst>
            </a:pPr>
            <a:fld id="{1F9F6A61-7174-480A-9AD2-4E37F1670472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‹#›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4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672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empower_additionalText_placeholder" hidden="1"/>
          <p:cNvSpPr/>
          <p:nvPr/>
        </p:nvSpPr>
        <p:spPr>
          <a:xfrm>
            <a:off x="2531880" y="6489720"/>
            <a:ext cx="172728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endParaRPr lang="en-US" sz="800" b="1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286" name="empower_document_placeholder" hidden="1"/>
          <p:cNvSpPr/>
          <p:nvPr/>
        </p:nvSpPr>
        <p:spPr>
          <a:xfrm rot="16200000">
            <a:off x="10757880" y="4960800"/>
            <a:ext cx="2591280" cy="2502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empower_proprietary_placeholder" hidden="1"/>
          <p:cNvSpPr/>
          <p:nvPr/>
        </p:nvSpPr>
        <p:spPr>
          <a:xfrm>
            <a:off x="9444600" y="6489720"/>
            <a:ext cx="97128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Infineon Proprietary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empower_draft_placeholder" hidden="1"/>
          <p:cNvSpPr/>
          <p:nvPr/>
        </p:nvSpPr>
        <p:spPr>
          <a:xfrm>
            <a:off x="8761320" y="6489720"/>
            <a:ext cx="35964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empower_footer_placeholder"/>
          <p:cNvSpPr/>
          <p:nvPr/>
        </p:nvSpPr>
        <p:spPr>
          <a:xfrm>
            <a:off x="4547880" y="6489720"/>
            <a:ext cx="309564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Copyright © Infineon Technologies AG 2025. 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empower_classification_attention_placeholder" hidden="1"/>
          <p:cNvSpPr/>
          <p:nvPr/>
        </p:nvSpPr>
        <p:spPr>
          <a:xfrm>
            <a:off x="1238040" y="6489720"/>
            <a:ext cx="97128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empower_classification_placeholder"/>
          <p:cNvSpPr/>
          <p:nvPr/>
        </p:nvSpPr>
        <p:spPr>
          <a:xfrm>
            <a:off x="1238040" y="6489720"/>
            <a:ext cx="97236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empower_date_placeholder"/>
          <p:cNvSpPr/>
          <p:nvPr/>
        </p:nvSpPr>
        <p:spPr>
          <a:xfrm>
            <a:off x="334800" y="6489720"/>
            <a:ext cx="61128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2025-07-03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1"/>
          <p:cNvSpPr>
            <a:spLocks noGrp="1"/>
          </p:cNvSpPr>
          <p:nvPr>
            <p:ph type="body"/>
          </p:nvPr>
        </p:nvSpPr>
        <p:spPr>
          <a:xfrm>
            <a:off x="334800" y="1268280"/>
            <a:ext cx="11520720" cy="13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334800" y="2781360"/>
            <a:ext cx="28072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body"/>
          </p:nvPr>
        </p:nvSpPr>
        <p:spPr>
          <a:xfrm>
            <a:off x="3324240" y="2781360"/>
            <a:ext cx="26632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4"/>
          <p:cNvSpPr>
            <a:spLocks noGrp="1"/>
          </p:cNvSpPr>
          <p:nvPr>
            <p:ph type="body"/>
          </p:nvPr>
        </p:nvSpPr>
        <p:spPr>
          <a:xfrm>
            <a:off x="6203880" y="2781360"/>
            <a:ext cx="266328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5"/>
          <p:cNvSpPr>
            <a:spLocks noGrp="1"/>
          </p:cNvSpPr>
          <p:nvPr>
            <p:ph type="body"/>
          </p:nvPr>
        </p:nvSpPr>
        <p:spPr>
          <a:xfrm>
            <a:off x="9048600" y="2781360"/>
            <a:ext cx="2806920" cy="35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2000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Click to edit text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04000" lvl="1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Second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56000" lvl="2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Third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08000" lvl="3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Fourth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0" lvl="4" indent="-252000" defTabSz="576000">
              <a:lnSpc>
                <a:spcPct val="120000"/>
              </a:lnSpc>
              <a:buClr>
                <a:srgbClr val="0A8276"/>
              </a:buClr>
              <a:buFont typeface="Arial"/>
              <a:buChar char="‒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Fifth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6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360" cy="71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10800" anchor="b">
            <a:noAutofit/>
          </a:bodyPr>
          <a:lstStyle/>
          <a:p>
            <a:pPr indent="0" defTabSz="57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Click to edit title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LOGO PROTECTION" hidden="1"/>
          <p:cNvSpPr/>
          <p:nvPr/>
        </p:nvSpPr>
        <p:spPr>
          <a:xfrm>
            <a:off x="10131120" y="0"/>
            <a:ext cx="2059920" cy="835920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72000" rIns="72000" bIns="72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300" name="PlaceHolder 7"/>
          <p:cNvSpPr>
            <a:spLocks noGrp="1"/>
          </p:cNvSpPr>
          <p:nvPr>
            <p:ph type="dt" idx="49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PlaceHolder 8"/>
          <p:cNvSpPr>
            <a:spLocks noGrp="1"/>
          </p:cNvSpPr>
          <p:nvPr>
            <p:ph type="ftr" idx="50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02" name="PlaceHolder 9"/>
          <p:cNvSpPr>
            <a:spLocks noGrp="1"/>
          </p:cNvSpPr>
          <p:nvPr>
            <p:ph type="sldNum" idx="51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360" rIns="72000" bIns="360" anchor="ctr">
            <a:noAutofit/>
          </a:bodyPr>
          <a:lstStyle/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empower - DO NOT DELETE!!!" hidden="1"/>
          <p:cNvSpPr/>
          <p:nvPr/>
        </p:nvSpPr>
        <p:spPr>
          <a:xfrm>
            <a:off x="0" y="0"/>
            <a:ext cx="360" cy="36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0" rIns="72000" bIns="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305" name="Fixed Page Placeholder"/>
          <p:cNvSpPr/>
          <p:nvPr/>
        </p:nvSpPr>
        <p:spPr>
          <a:xfrm>
            <a:off x="11471400" y="6489360"/>
            <a:ext cx="383400" cy="3607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576000">
              <a:lnSpc>
                <a:spcPct val="100000"/>
              </a:lnSpc>
              <a:tabLst>
                <a:tab pos="0" algn="l"/>
              </a:tabLst>
            </a:pPr>
            <a:fld id="{DC4BC37A-8804-4171-B5C0-28591A8A5117}" type="slidenum"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‹#›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6" name="LOGO"/>
          <p:cNvPicPr/>
          <p:nvPr/>
        </p:nvPicPr>
        <p:blipFill>
          <a:blip r:embed="rId2"/>
          <a:stretch/>
        </p:blipFill>
        <p:spPr>
          <a:xfrm>
            <a:off x="10658880" y="193680"/>
            <a:ext cx="1206720" cy="52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empower_additionalText_placeholder" hidden="1"/>
          <p:cNvSpPr/>
          <p:nvPr/>
        </p:nvSpPr>
        <p:spPr>
          <a:xfrm>
            <a:off x="2531880" y="6489720"/>
            <a:ext cx="172728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endParaRPr lang="en-US" sz="800" b="1" u="none" strike="noStrike">
              <a:solidFill>
                <a:schemeClr val="dk1"/>
              </a:solidFill>
              <a:effectLst/>
              <a:uFillTx/>
              <a:latin typeface="Arial"/>
              <a:ea typeface="Arial Unicode MS"/>
            </a:endParaRPr>
          </a:p>
        </p:txBody>
      </p:sp>
      <p:sp>
        <p:nvSpPr>
          <p:cNvPr id="308" name="empower_document_placeholder" hidden="1"/>
          <p:cNvSpPr/>
          <p:nvPr/>
        </p:nvSpPr>
        <p:spPr>
          <a:xfrm rot="16200000">
            <a:off x="10757880" y="4960800"/>
            <a:ext cx="2591280" cy="25020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[Owner:   Doc ID:   Vers.: ]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empower_proprietary_placeholder" hidden="1"/>
          <p:cNvSpPr/>
          <p:nvPr/>
        </p:nvSpPr>
        <p:spPr>
          <a:xfrm>
            <a:off x="9444600" y="6489720"/>
            <a:ext cx="97128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Infineon Proprietary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empower_draft_placeholder" hidden="1"/>
          <p:cNvSpPr/>
          <p:nvPr/>
        </p:nvSpPr>
        <p:spPr>
          <a:xfrm>
            <a:off x="8761320" y="6489720"/>
            <a:ext cx="35964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- DRAFT -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empower_footer_placeholder"/>
          <p:cNvSpPr/>
          <p:nvPr/>
        </p:nvSpPr>
        <p:spPr>
          <a:xfrm>
            <a:off x="4547880" y="6489720"/>
            <a:ext cx="309564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Copyright © Infineon Technologies AG 2025. All rights reserved.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empower_classification_attention_placeholder" hidden="1"/>
          <p:cNvSpPr/>
          <p:nvPr/>
        </p:nvSpPr>
        <p:spPr>
          <a:xfrm>
            <a:off x="1238040" y="6489720"/>
            <a:ext cx="97128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empower_classification_placeholder"/>
          <p:cNvSpPr/>
          <p:nvPr/>
        </p:nvSpPr>
        <p:spPr>
          <a:xfrm>
            <a:off x="1238040" y="6489720"/>
            <a:ext cx="97236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restricted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empower_date_placeholder"/>
          <p:cNvSpPr/>
          <p:nvPr/>
        </p:nvSpPr>
        <p:spPr>
          <a:xfrm>
            <a:off x="334800" y="6489720"/>
            <a:ext cx="611280" cy="360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2025-07-03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1"/>
          <p:cNvSpPr>
            <a:spLocks noGrp="1"/>
          </p:cNvSpPr>
          <p:nvPr>
            <p:ph type="dt" idx="52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1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&lt;date/time&gt;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ftr" idx="53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7" name="PlaceHolder 3"/>
          <p:cNvSpPr>
            <a:spLocks noGrp="1"/>
          </p:cNvSpPr>
          <p:nvPr>
            <p:ph type="sldNum" idx="54"/>
          </p:nvPr>
        </p:nvSpPr>
        <p:spPr>
          <a:xfrm>
            <a:off x="12192120" y="68580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lang="en-US" sz="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MIO_Placeholder_Mapping" hidden="1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360" rIns="72000" bIns="360" anchor="ctr">
            <a:noAutofit/>
          </a:bodyPr>
          <a:lstStyle/>
          <a:p>
            <a:pPr algn="ctr" defTabSz="576000">
              <a:lnSpc>
                <a:spcPct val="120000"/>
              </a:lnSpc>
            </a:pP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  <a:ea typeface="Arial Unicode M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360" cy="71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10800" anchor="b">
            <a:noAutofit/>
          </a:bodyPr>
          <a:lstStyle/>
          <a:p>
            <a:pPr indent="0" defTabSz="576000">
              <a:lnSpc>
                <a:spcPct val="100000"/>
              </a:lnSpc>
              <a:buNone/>
              <a:tabLst>
                <a:tab pos="0" algn="l"/>
              </a:tabLst>
            </a:pPr>
            <a:br>
              <a:rPr sz="2400"/>
            </a:b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Infineon PSOC6 Lecture project status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Rectangle: Rounded Corners 3"/>
          <p:cNvSpPr/>
          <p:nvPr/>
        </p:nvSpPr>
        <p:spPr>
          <a:xfrm>
            <a:off x="334800" y="980640"/>
            <a:ext cx="11521440" cy="827640"/>
          </a:xfrm>
          <a:prstGeom prst="roundRect">
            <a:avLst>
              <a:gd name="adj" fmla="val 9662"/>
            </a:avLst>
          </a:prstGeom>
          <a:solidFill>
            <a:schemeClr val="tx2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72000" tIns="72000" rIns="72000" bIns="72000" numCol="1" spcCol="0" anchor="ctr">
            <a:noAutofit/>
          </a:bodyPr>
          <a:lstStyle/>
          <a:p>
            <a:pPr defTabSz="576000">
              <a:lnSpc>
                <a:spcPct val="120000"/>
              </a:lnSpc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Team: </a:t>
            </a:r>
            <a:r>
              <a:rPr lang="en-US" sz="2000" b="1" i="1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Bathroom Pro 2000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576000">
              <a:lnSpc>
                <a:spcPct val="120000"/>
              </a:lnSpc>
            </a:pPr>
            <a:r>
              <a:rPr lang="en-US" sz="1200" b="0" i="1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Team Members:</a:t>
            </a:r>
            <a:r>
              <a:rPr lang="en-US" sz="1600" b="0" i="1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 </a:t>
            </a:r>
            <a:r>
              <a:rPr lang="en-US" sz="1200" b="0" i="1" u="none" strike="noStrike">
                <a:solidFill>
                  <a:schemeClr val="lt1"/>
                </a:solidFill>
                <a:effectLst/>
                <a:uFillTx/>
                <a:latin typeface="Arial"/>
                <a:ea typeface="Arial Unicode MS"/>
              </a:rPr>
              <a:t>Michael Leitner, Philip Rockenschaub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Rectangle: Rounded Corners 10"/>
          <p:cNvSpPr/>
          <p:nvPr/>
        </p:nvSpPr>
        <p:spPr>
          <a:xfrm>
            <a:off x="336600" y="2223360"/>
            <a:ext cx="3671280" cy="4141440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>
            <a:solidFill>
              <a:srgbClr val="0A82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horzOverflow="overflow" lIns="72000" tIns="72000" rIns="72000" bIns="72000" numCol="1" spcCol="0" anchor="t">
            <a:noAutofit/>
          </a:bodyPr>
          <a:lstStyle/>
          <a:p>
            <a:pPr defTabSz="576000">
              <a:lnSpc>
                <a:spcPct val="12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Achieved since the Introduction Lecture 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Setup Deepcraft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57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Create model project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57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Create data acquisition project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 defTabSz="57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First data recordings (testing)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Set up ESP C8 with homeassistant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57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Sensor gets recognized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Rectangle: Rounded Corners 13"/>
          <p:cNvSpPr/>
          <p:nvPr/>
        </p:nvSpPr>
        <p:spPr>
          <a:xfrm>
            <a:off x="4259880" y="2241000"/>
            <a:ext cx="3671280" cy="4141440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>
            <a:solidFill>
              <a:srgbClr val="0A82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horzOverflow="overflow" lIns="72000" tIns="72000" rIns="72000" bIns="72000" numCol="1" spcCol="0" anchor="t">
            <a:noAutofit/>
          </a:bodyPr>
          <a:lstStyle/>
          <a:p>
            <a:pPr defTabSz="576000">
              <a:lnSpc>
                <a:spcPct val="12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Activities planned until next meeting: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Gather data and classify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Connect esp c8 with psoc6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Rectangle: Rounded Corners 14"/>
          <p:cNvSpPr/>
          <p:nvPr/>
        </p:nvSpPr>
        <p:spPr>
          <a:xfrm>
            <a:off x="8184240" y="2241000"/>
            <a:ext cx="3671280" cy="4140000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>
            <a:solidFill>
              <a:srgbClr val="0A82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horzOverflow="overflow" lIns="72000" tIns="72000" rIns="72000" bIns="72000" numCol="1" spcCol="0" anchor="t">
            <a:noAutofit/>
          </a:bodyPr>
          <a:lstStyle/>
          <a:p>
            <a:pPr defTabSz="576000">
              <a:lnSpc>
                <a:spcPct val="12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Issues / Support needed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Audio + Pressure data enough streaming capacity? Doesn’t work sometimes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576000">
              <a:lnSpc>
                <a:spcPct val="12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576000">
              <a:lnSpc>
                <a:spcPct val="12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Problems we encountered: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ESP C8 flashing because we didn’t read docs :)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4" name="Grafik 15"/>
          <p:cNvPicPr/>
          <p:nvPr/>
        </p:nvPicPr>
        <p:blipFill>
          <a:blip r:embed="rId2"/>
          <a:stretch/>
        </p:blipFill>
        <p:spPr>
          <a:xfrm>
            <a:off x="6960240" y="260640"/>
            <a:ext cx="1996920" cy="43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5" name="Picture 4"/>
          <p:cNvPicPr/>
          <p:nvPr/>
        </p:nvPicPr>
        <p:blipFill>
          <a:blip r:embed="rId3"/>
          <a:stretch/>
        </p:blipFill>
        <p:spPr>
          <a:xfrm>
            <a:off x="9120240" y="260640"/>
            <a:ext cx="1367280" cy="42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6" name="TextBox 5"/>
          <p:cNvSpPr/>
          <p:nvPr/>
        </p:nvSpPr>
        <p:spPr>
          <a:xfrm>
            <a:off x="336600" y="1858320"/>
            <a:ext cx="4678560" cy="3013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576000">
              <a:lnSpc>
                <a:spcPct val="120000"/>
              </a:lnSpc>
            </a:pPr>
            <a:r>
              <a:rPr lang="en-US" sz="1800" b="1" u="none" strike="noStrike">
                <a:solidFill>
                  <a:srgbClr val="0A8276"/>
                </a:solidFill>
                <a:effectLst/>
                <a:uFillTx/>
                <a:latin typeface="Arial"/>
                <a:ea typeface="Arial Unicode MS"/>
              </a:rPr>
              <a:t>1. Progress report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360" cy="71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10800" anchor="b">
            <a:noAutofit/>
          </a:bodyPr>
          <a:lstStyle/>
          <a:p>
            <a:pPr indent="0" defTabSz="576000">
              <a:lnSpc>
                <a:spcPct val="100000"/>
              </a:lnSpc>
              <a:buNone/>
              <a:tabLst>
                <a:tab pos="0" algn="l"/>
              </a:tabLst>
            </a:pPr>
            <a:br>
              <a:rPr sz="2400"/>
            </a:b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Infineon PSOC6 Lecture project status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Rectangle: Rounded Corners 10"/>
          <p:cNvSpPr/>
          <p:nvPr/>
        </p:nvSpPr>
        <p:spPr>
          <a:xfrm>
            <a:off x="336600" y="1340640"/>
            <a:ext cx="3671280" cy="5024160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>
            <a:solidFill>
              <a:srgbClr val="0A82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horzOverflow="overflow" lIns="72000" tIns="72000" rIns="72000" bIns="72000" numCol="1" spcCol="0" anchor="t">
            <a:noAutofit/>
          </a:bodyPr>
          <a:lstStyle/>
          <a:p>
            <a:pPr defTabSz="576000">
              <a:lnSpc>
                <a:spcPct val="12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Achieved since last meeting: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Integrated C8 and PSOC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57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Psoc → (gpio) → c8 → (zigbee) → HomeAssistant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Preprocessing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57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Audio: MEL, sliding windows, etc.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57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Presure: std, sliding window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57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Concat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Data collection: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57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Lots of toothbrushing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57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Negative data</a:t>
            </a:r>
            <a:br>
              <a:rPr sz="1400"/>
            </a:b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Resolved streaming issue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57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System fault on our side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Rectangle: Rounded Corners 13"/>
          <p:cNvSpPr/>
          <p:nvPr/>
        </p:nvSpPr>
        <p:spPr>
          <a:xfrm>
            <a:off x="4259880" y="1340640"/>
            <a:ext cx="3671280" cy="5042160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>
            <a:solidFill>
              <a:srgbClr val="0A82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horzOverflow="overflow" lIns="72000" tIns="72000" rIns="72000" bIns="72000" numCol="1" spcCol="0" anchor="t">
            <a:noAutofit/>
          </a:bodyPr>
          <a:lstStyle/>
          <a:p>
            <a:pPr defTabSz="576000">
              <a:lnSpc>
                <a:spcPct val="12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Activities planned until next meeting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More focus on data collection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57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showering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57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hair drying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Training of first models for all labels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576000">
              <a:lnSpc>
                <a:spcPct val="12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(not just brushing teeth)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: Rounded Corners 14"/>
          <p:cNvSpPr/>
          <p:nvPr/>
        </p:nvSpPr>
        <p:spPr>
          <a:xfrm>
            <a:off x="8184240" y="1340640"/>
            <a:ext cx="3671280" cy="5040360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>
            <a:solidFill>
              <a:srgbClr val="0A82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horzOverflow="overflow" lIns="72000" tIns="72000" rIns="72000" bIns="72000" numCol="1" spcCol="0" anchor="t">
            <a:noAutofit/>
          </a:bodyPr>
          <a:lstStyle/>
          <a:p>
            <a:pPr defTabSz="576000">
              <a:lnSpc>
                <a:spcPct val="12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Issues / Support needed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Smooth sailing atm and on track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1" name="Grafik 15"/>
          <p:cNvPicPr/>
          <p:nvPr/>
        </p:nvPicPr>
        <p:blipFill>
          <a:blip r:embed="rId2"/>
          <a:stretch/>
        </p:blipFill>
        <p:spPr>
          <a:xfrm>
            <a:off x="6960240" y="260640"/>
            <a:ext cx="1996920" cy="43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2" name="Picture 4"/>
          <p:cNvPicPr/>
          <p:nvPr/>
        </p:nvPicPr>
        <p:blipFill>
          <a:blip r:embed="rId3"/>
          <a:stretch/>
        </p:blipFill>
        <p:spPr>
          <a:xfrm>
            <a:off x="9120240" y="260640"/>
            <a:ext cx="1367280" cy="42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3" name="TextBox 5"/>
          <p:cNvSpPr/>
          <p:nvPr/>
        </p:nvSpPr>
        <p:spPr>
          <a:xfrm>
            <a:off x="334800" y="973800"/>
            <a:ext cx="4775040" cy="3013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576000">
              <a:lnSpc>
                <a:spcPct val="120000"/>
              </a:lnSpc>
            </a:pPr>
            <a:r>
              <a:rPr lang="en-US" sz="1800" b="1" u="none" strike="noStrike">
                <a:solidFill>
                  <a:srgbClr val="0A8276"/>
                </a:solidFill>
                <a:effectLst/>
                <a:uFillTx/>
                <a:latin typeface="Arial"/>
                <a:ea typeface="Arial Unicode MS"/>
              </a:rPr>
              <a:t>2. Progress report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360" cy="71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10800" anchor="b">
            <a:noAutofit/>
          </a:bodyPr>
          <a:lstStyle/>
          <a:p>
            <a:pPr indent="0" defTabSz="576000">
              <a:lnSpc>
                <a:spcPct val="100000"/>
              </a:lnSpc>
              <a:buNone/>
              <a:tabLst>
                <a:tab pos="0" algn="l"/>
              </a:tabLst>
            </a:pPr>
            <a:br>
              <a:rPr sz="2400"/>
            </a:b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Infineon PSOC6 Lecture project status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Rectangle: Rounded Corners 10"/>
          <p:cNvSpPr/>
          <p:nvPr/>
        </p:nvSpPr>
        <p:spPr>
          <a:xfrm>
            <a:off x="336600" y="1340640"/>
            <a:ext cx="3671280" cy="5024160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>
            <a:solidFill>
              <a:srgbClr val="0A82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horzOverflow="overflow" lIns="72000" tIns="72000" rIns="72000" bIns="72000" numCol="1" spcCol="0" anchor="t">
            <a:noAutofit/>
          </a:bodyPr>
          <a:lstStyle/>
          <a:p>
            <a:pPr defTabSz="576000">
              <a:lnSpc>
                <a:spcPct val="120000"/>
              </a:lnSpc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Achieved since last meeting: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Arial"/>
              </a:rPr>
              <a:t>Collect more training data</a:t>
            </a:r>
          </a:p>
          <a:p>
            <a:pPr marL="743040" lvl="1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Arial"/>
              </a:rPr>
              <a:t>Improved labeling for old dataset</a:t>
            </a: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Arial"/>
              </a:rPr>
              <a:t>Created model preprocessing pipeline</a:t>
            </a: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Trained first model</a:t>
            </a:r>
          </a:p>
          <a:p>
            <a:pPr marL="743040" lvl="1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Arial"/>
              </a:rPr>
              <a:t>Accuracy: 73.92%</a:t>
            </a: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Switched Model Parameters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Rectangle: Rounded Corners 13"/>
          <p:cNvSpPr/>
          <p:nvPr/>
        </p:nvSpPr>
        <p:spPr>
          <a:xfrm>
            <a:off x="4259880" y="1340640"/>
            <a:ext cx="3671280" cy="5042160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>
            <a:solidFill>
              <a:srgbClr val="0A82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horzOverflow="overflow" lIns="72000" tIns="72000" rIns="72000" bIns="72000" numCol="1" spcCol="0" anchor="t">
            <a:noAutofit/>
          </a:bodyPr>
          <a:lstStyle/>
          <a:p>
            <a:pPr defTabSz="576000">
              <a:lnSpc>
                <a:spcPct val="120000"/>
              </a:lnSpc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Activities planned until next meeting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Improve the model for better accuracy</a:t>
            </a:r>
          </a:p>
          <a:p>
            <a:pPr marL="743040" lvl="1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Through more training data</a:t>
            </a: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Arial"/>
              </a:rPr>
              <a:t>Deploy Model to PSOC6</a:t>
            </a:r>
          </a:p>
          <a:p>
            <a:pPr marL="743040" lvl="1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Arial"/>
              </a:rPr>
              <a:t>Deployment</a:t>
            </a:r>
          </a:p>
          <a:p>
            <a:pPr marL="743040" lvl="1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Integration Testing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576000">
              <a:lnSpc>
                <a:spcPct val="120000"/>
              </a:lnSpc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576000">
              <a:lnSpc>
                <a:spcPct val="120000"/>
              </a:lnSpc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Rectangle: Rounded Corners 14"/>
          <p:cNvSpPr/>
          <p:nvPr/>
        </p:nvSpPr>
        <p:spPr>
          <a:xfrm>
            <a:off x="8184240" y="1340640"/>
            <a:ext cx="3671280" cy="5040360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>
            <a:solidFill>
              <a:srgbClr val="0A82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horzOverflow="overflow" lIns="72000" tIns="72000" rIns="72000" bIns="72000" numCol="1" spcCol="0" anchor="t">
            <a:noAutofit/>
          </a:bodyPr>
          <a:lstStyle/>
          <a:p>
            <a:pPr defTabSz="576000">
              <a:lnSpc>
                <a:spcPct val="120000"/>
              </a:lnSpc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Issues / Support needed</a:t>
            </a:r>
          </a:p>
          <a:p>
            <a:pPr marL="285840" indent="-285840" defTabSz="576000">
              <a:lnSpc>
                <a:spcPct val="120000"/>
              </a:lnSpc>
              <a:buClr>
                <a:srgbClr val="1D1D1D"/>
              </a:buClr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Arial"/>
              </a:rPr>
              <a:t>Running smooth over here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8" name="Grafik 15"/>
          <p:cNvPicPr/>
          <p:nvPr/>
        </p:nvPicPr>
        <p:blipFill>
          <a:blip r:embed="rId2"/>
          <a:stretch/>
        </p:blipFill>
        <p:spPr>
          <a:xfrm>
            <a:off x="6960240" y="260640"/>
            <a:ext cx="1996920" cy="43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9" name="Picture 4"/>
          <p:cNvPicPr/>
          <p:nvPr/>
        </p:nvPicPr>
        <p:blipFill>
          <a:blip r:embed="rId3"/>
          <a:stretch/>
        </p:blipFill>
        <p:spPr>
          <a:xfrm>
            <a:off x="9120240" y="260640"/>
            <a:ext cx="1367280" cy="42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0" name="TextBox 5"/>
          <p:cNvSpPr/>
          <p:nvPr/>
        </p:nvSpPr>
        <p:spPr>
          <a:xfrm>
            <a:off x="431280" y="973800"/>
            <a:ext cx="4678560" cy="3013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576000">
              <a:lnSpc>
                <a:spcPct val="120000"/>
              </a:lnSpc>
            </a:pPr>
            <a:r>
              <a:rPr lang="en-US" sz="1800" b="1" u="none" strike="noStrike">
                <a:solidFill>
                  <a:srgbClr val="0A8276"/>
                </a:solidFill>
                <a:effectLst/>
                <a:uFillTx/>
                <a:latin typeface="Arial"/>
                <a:ea typeface="Arial Unicode MS"/>
              </a:rPr>
              <a:t>3. Progress report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335520" y="188640"/>
            <a:ext cx="9612360" cy="71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10800" anchor="b">
            <a:noAutofit/>
          </a:bodyPr>
          <a:lstStyle/>
          <a:p>
            <a:pPr indent="0" defTabSz="57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 Unicode MS"/>
              </a:rPr>
              <a:t>Infineon PSOC6 Lecture presentation and final submission plans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Rectangle: Rounded Corners 7"/>
          <p:cNvSpPr/>
          <p:nvPr/>
        </p:nvSpPr>
        <p:spPr>
          <a:xfrm>
            <a:off x="335520" y="1268280"/>
            <a:ext cx="11521080" cy="5078160"/>
          </a:xfrm>
          <a:prstGeom prst="roundRect">
            <a:avLst>
              <a:gd name="adj" fmla="val 2978"/>
            </a:avLst>
          </a:prstGeom>
          <a:solidFill>
            <a:srgbClr val="FFFFFF"/>
          </a:solidFill>
          <a:ln>
            <a:solidFill>
              <a:srgbClr val="0A82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horzOverflow="overflow" lIns="72000" tIns="72000" rIns="72000" bIns="72000" numCol="1" spcCol="0" anchor="t">
            <a:noAutofit/>
          </a:bodyPr>
          <a:lstStyle/>
          <a:p>
            <a:pPr defTabSz="576000">
              <a:lnSpc>
                <a:spcPct val="120000"/>
              </a:lnSpc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Short project presentation: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57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/>
              </a:rPr>
              <a:t>Project idea</a:t>
            </a:r>
          </a:p>
          <a:p>
            <a:pPr marL="285750" indent="-285750" defTabSz="57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Our workflow</a:t>
            </a:r>
            <a:endParaRPr lang="en-US" sz="1400" dirty="0">
              <a:solidFill>
                <a:srgbClr val="000000"/>
              </a:solidFill>
              <a:latin typeface="Arial"/>
            </a:endParaRPr>
          </a:p>
          <a:p>
            <a:pPr marL="285750" indent="-285750" defTabSz="57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/>
              </a:rPr>
              <a:t>Problems we faced as well as feature requests</a:t>
            </a:r>
          </a:p>
          <a:p>
            <a:pPr marL="285750" indent="-285750" defTabSz="57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Demonstration of our project</a:t>
            </a:r>
          </a:p>
          <a:p>
            <a:pPr defTabSz="576000">
              <a:lnSpc>
                <a:spcPct val="120000"/>
              </a:lnSpc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576000">
              <a:lnSpc>
                <a:spcPct val="120000"/>
              </a:lnSpc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576000">
              <a:lnSpc>
                <a:spcPct val="120000"/>
              </a:lnSpc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 Unicode MS"/>
              </a:rPr>
              <a:t>Any special equipment need for demo at the demo Day ?</a:t>
            </a:r>
          </a:p>
          <a:p>
            <a:pPr marL="285750" indent="-285750" defTabSz="57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  <a:latin typeface="Arial"/>
                <a:sym typeface="Wingdings" panose="05000000000000000000" pitchFamily="2" charset="2"/>
              </a:rPr>
              <a:t>A hairdryer</a:t>
            </a:r>
          </a:p>
          <a:p>
            <a:pPr marL="285750" indent="-285750" defTabSz="57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sym typeface="Wingdings" panose="05000000000000000000" pitchFamily="2" charset="2"/>
              </a:rPr>
              <a:t>An electric Toothbrush</a:t>
            </a:r>
          </a:p>
          <a:p>
            <a:pPr marL="285750" indent="-285750" defTabSz="576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dk1"/>
                </a:solidFill>
              </a:rPr>
              <a:t>A shower </a:t>
            </a:r>
            <a:r>
              <a:rPr lang="en-US" sz="1400">
                <a:solidFill>
                  <a:schemeClr val="dk1"/>
                </a:solidFill>
                <a:sym typeface="Wingdings" panose="05000000000000000000" pitchFamily="2" charset="2"/>
              </a:rPr>
              <a:t>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15a25aa-e944-415d-b7a7-40f6b9180b6b}" enabled="1" method="Standard" siteId="{eeb8d0e8-3544-41d3-aac6-934c309faf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318</Words>
  <Application>Microsoft Office PowerPoint</Application>
  <PresentationFormat>Widescreen</PresentationFormat>
  <Paragraphs>70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Times New Roman</vt:lpstr>
      <vt:lpstr>Wingdings</vt:lpstr>
      <vt:lpstr>Infineon 16:9</vt:lpstr>
      <vt:lpstr> Infineon PSOC6 Lecture project status </vt:lpstr>
      <vt:lpstr> Infineon PSOC6 Lecture project status </vt:lpstr>
      <vt:lpstr> Infineon PSOC6 Lecture project status </vt:lpstr>
      <vt:lpstr>Infineon PSOC6 Lecture presentation and final submission plans</vt:lpstr>
    </vt:vector>
  </TitlesOfParts>
  <Company>Infineon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IndustryMeetsMakers2024 Infineon team status</dc:title>
  <dc:subject/>
  <dc:creator>Muehlberger Andreas (IFAT IFM)</dc:creator>
  <dc:description/>
  <cp:lastModifiedBy>Rockenschaub, Philip</cp:lastModifiedBy>
  <cp:revision>17</cp:revision>
  <dcterms:created xsi:type="dcterms:W3CDTF">2024-04-15T16:23:15Z</dcterms:created>
  <dcterms:modified xsi:type="dcterms:W3CDTF">2026-02-19T15:35:03Z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dditionalMarking">
    <vt:lpwstr/>
  </property>
  <property fmtid="{D5CDD505-2E9C-101B-9397-08002B2CF9AE}" pid="3" name="ConfidentialityMarking">
    <vt:lpwstr>restricted</vt:lpwstr>
  </property>
  <property fmtid="{D5CDD505-2E9C-101B-9397-08002B2CF9AE}" pid="4" name="ContentTypeId">
    <vt:lpwstr>0x010100B7908744A1DC0E459D19409169BD101C</vt:lpwstr>
  </property>
  <property fmtid="{D5CDD505-2E9C-101B-9397-08002B2CF9AE}" pid="5" name="DocumentID">
    <vt:lpwstr/>
  </property>
  <property fmtid="{D5CDD505-2E9C-101B-9397-08002B2CF9AE}" pid="6" name="DocumentVersion">
    <vt:lpwstr/>
  </property>
  <property fmtid="{D5CDD505-2E9C-101B-9397-08002B2CF9AE}" pid="7" name="MSIP_Label_a15a25aa-e944-415d-b7a7-40f6b9180b6b_ActionId">
    <vt:lpwstr>f2b23d3b-c785-4c2f-a598-3095f5fe5aeb</vt:lpwstr>
  </property>
  <property fmtid="{D5CDD505-2E9C-101B-9397-08002B2CF9AE}" pid="8" name="MSIP_Label_a15a25aa-e944-415d-b7a7-40f6b9180b6b_ContentBits">
    <vt:lpwstr>0</vt:lpwstr>
  </property>
  <property fmtid="{D5CDD505-2E9C-101B-9397-08002B2CF9AE}" pid="9" name="MSIP_Label_a15a25aa-e944-415d-b7a7-40f6b9180b6b_Enabled">
    <vt:lpwstr>-1</vt:lpwstr>
  </property>
  <property fmtid="{D5CDD505-2E9C-101B-9397-08002B2CF9AE}" pid="10" name="MSIP_Label_a15a25aa-e944-415d-b7a7-40f6b9180b6b_Method">
    <vt:lpwstr>Privileged</vt:lpwstr>
  </property>
  <property fmtid="{D5CDD505-2E9C-101B-9397-08002B2CF9AE}" pid="11" name="MSIP_Label_a15a25aa-e944-415d-b7a7-40f6b9180b6b_Name">
    <vt:lpwstr>a15a25aa-e944-415d-b7a7-40f6b9180b6b</vt:lpwstr>
  </property>
  <property fmtid="{D5CDD505-2E9C-101B-9397-08002B2CF9AE}" pid="12" name="MSIP_Label_a15a25aa-e944-415d-b7a7-40f6b9180b6b_SetDate">
    <vt:lpwstr>2025-07-03 06:27:55Z</vt:lpwstr>
  </property>
  <property fmtid="{D5CDD505-2E9C-101B-9397-08002B2CF9AE}" pid="13" name="MSIP_Label_a15a25aa-e944-415d-b7a7-40f6b9180b6b_SiteId">
    <vt:lpwstr>eeb8d0e8-3544-41d3-aac6-934c309faf5a</vt:lpwstr>
  </property>
  <property fmtid="{D5CDD505-2E9C-101B-9397-08002B2CF9AE}" pid="14" name="PresentationFormat">
    <vt:lpwstr>Widescreen</vt:lpwstr>
  </property>
  <property fmtid="{D5CDD505-2E9C-101B-9397-08002B2CF9AE}" pid="15" name="Proprietary">
    <vt:lpwstr/>
  </property>
  <property fmtid="{D5CDD505-2E9C-101B-9397-08002B2CF9AE}" pid="16" name="Slides">
    <vt:i4>4</vt:i4>
  </property>
  <property fmtid="{D5CDD505-2E9C-101B-9397-08002B2CF9AE}" pid="17" name="TemplateCompany">
    <vt:lpwstr>IFX</vt:lpwstr>
  </property>
  <property fmtid="{D5CDD505-2E9C-101B-9397-08002B2CF9AE}" pid="18" name="empower.integration.Classification.AdditionalMarking">
    <vt:lpwstr/>
  </property>
  <property fmtid="{D5CDD505-2E9C-101B-9397-08002B2CF9AE}" pid="19" name="empower.integration.Classification.DateFormat">
    <vt:lpwstr>yyyy-MM-dd</vt:lpwstr>
  </property>
  <property fmtid="{D5CDD505-2E9C-101B-9397-08002B2CF9AE}" pid="20" name="empower.integration.Classification.DocumentId">
    <vt:lpwstr/>
  </property>
  <property fmtid="{D5CDD505-2E9C-101B-9397-08002B2CF9AE}" pid="21" name="empower.integration.Classification.DocumentOwner">
    <vt:lpwstr/>
  </property>
  <property fmtid="{D5CDD505-2E9C-101B-9397-08002B2CF9AE}" pid="22" name="empower.integration.Classification.DocumentVersion">
    <vt:lpwstr/>
  </property>
  <property fmtid="{D5CDD505-2E9C-101B-9397-08002B2CF9AE}" pid="23" name="empower.integration.Classification.FooterDate">
    <vt:filetime>2025-07-03T06:27:54Z</vt:filetime>
  </property>
  <property fmtid="{D5CDD505-2E9C-101B-9397-08002B2CF9AE}" pid="24" name="empower.integration.Classification.HasAdditionalMarking">
    <vt:bool>false</vt:bool>
  </property>
  <property fmtid="{D5CDD505-2E9C-101B-9397-08002B2CF9AE}" pid="25" name="empower.integration.Classification.IsDraft">
    <vt:bool>false</vt:bool>
  </property>
  <property fmtid="{D5CDD505-2E9C-101B-9397-08002B2CF9AE}" pid="26" name="empower.integration.Classification.IsEmpowerClassified">
    <vt:bool>true</vt:bool>
  </property>
  <property fmtid="{D5CDD505-2E9C-101B-9397-08002B2CF9AE}" pid="27" name="empower.integration.Classification.IsProprietary">
    <vt:bool>false</vt:bool>
  </property>
  <property fmtid="{D5CDD505-2E9C-101B-9397-08002B2CF9AE}" pid="28" name="empower.integration.Classification.RestrictionLevel">
    <vt:i4>1</vt:i4>
  </property>
  <property fmtid="{D5CDD505-2E9C-101B-9397-08002B2CF9AE}" pid="29" name="empower.integration.Classification.ShowFooter">
    <vt:bool>true</vt:bool>
  </property>
  <property fmtid="{D5CDD505-2E9C-101B-9397-08002B2CF9AE}" pid="30" name="empower_migrated_document">
    <vt:lpwstr>true</vt:lpwstr>
  </property>
</Properties>
</file>